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7" r:id="rId5"/>
    <p:sldMasterId id="214748373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Familjen Grotesk Medium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Familjen Grotesk"/>
      <p:regular r:id="rId29"/>
      <p:bold r:id="rId30"/>
      <p:italic r:id="rId31"/>
      <p:boldItalic r:id="rId32"/>
    </p:embeddedFont>
    <p:embeddedFont>
      <p:font typeface="Spectral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  <p:embeddedFont>
      <p:font typeface="Inter Medium"/>
      <p:regular r:id="rId41"/>
      <p:bold r:id="rId42"/>
      <p:italic r:id="rId43"/>
      <p:boldItalic r:id="rId44"/>
    </p:embeddedFont>
    <p:embeddedFont>
      <p:font typeface="Spectral ExtraBold"/>
      <p:bold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Erin Eagleso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42" Type="http://schemas.openxmlformats.org/officeDocument/2006/relationships/font" Target="fonts/InterMedium-bold.fntdata"/><Relationship Id="rId41" Type="http://schemas.openxmlformats.org/officeDocument/2006/relationships/font" Target="fonts/InterMedium-regular.fntdata"/><Relationship Id="rId44" Type="http://schemas.openxmlformats.org/officeDocument/2006/relationships/font" Target="fonts/InterMedium-boldItalic.fntdata"/><Relationship Id="rId43" Type="http://schemas.openxmlformats.org/officeDocument/2006/relationships/font" Target="fonts/InterMedium-italic.fntdata"/><Relationship Id="rId46" Type="http://schemas.openxmlformats.org/officeDocument/2006/relationships/font" Target="fonts/SpectralExtraBold-boldItalic.fntdata"/><Relationship Id="rId45" Type="http://schemas.openxmlformats.org/officeDocument/2006/relationships/font" Target="fonts/Spectral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FamiljenGrotesk-italic.fntdata"/><Relationship Id="rId30" Type="http://schemas.openxmlformats.org/officeDocument/2006/relationships/font" Target="fonts/FamiljenGrotesk-bold.fntdata"/><Relationship Id="rId33" Type="http://schemas.openxmlformats.org/officeDocument/2006/relationships/font" Target="fonts/Spectral-regular.fntdata"/><Relationship Id="rId32" Type="http://schemas.openxmlformats.org/officeDocument/2006/relationships/font" Target="fonts/FamiljenGrotesk-boldItalic.fntdata"/><Relationship Id="rId35" Type="http://schemas.openxmlformats.org/officeDocument/2006/relationships/font" Target="fonts/Spectral-italic.fntdata"/><Relationship Id="rId34" Type="http://schemas.openxmlformats.org/officeDocument/2006/relationships/font" Target="fonts/Spectral-bold.fntdata"/><Relationship Id="rId37" Type="http://schemas.openxmlformats.org/officeDocument/2006/relationships/font" Target="fonts/RobotoMono-regular.fntdata"/><Relationship Id="rId36" Type="http://schemas.openxmlformats.org/officeDocument/2006/relationships/font" Target="fonts/Spectral-boldItalic.fntdata"/><Relationship Id="rId39" Type="http://schemas.openxmlformats.org/officeDocument/2006/relationships/font" Target="fonts/RobotoMono-italic.fntdata"/><Relationship Id="rId38" Type="http://schemas.openxmlformats.org/officeDocument/2006/relationships/font" Target="fonts/RobotoMono-bold.fntdata"/><Relationship Id="rId20" Type="http://schemas.openxmlformats.org/officeDocument/2006/relationships/slide" Target="slides/slide13.xml"/><Relationship Id="rId22" Type="http://schemas.openxmlformats.org/officeDocument/2006/relationships/font" Target="fonts/FamiljenGroteskMedium-bold.fntdata"/><Relationship Id="rId21" Type="http://schemas.openxmlformats.org/officeDocument/2006/relationships/font" Target="fonts/FamiljenGroteskMedium-regular.fntdata"/><Relationship Id="rId24" Type="http://schemas.openxmlformats.org/officeDocument/2006/relationships/font" Target="fonts/FamiljenGroteskMedium-boldItalic.fntdata"/><Relationship Id="rId23" Type="http://schemas.openxmlformats.org/officeDocument/2006/relationships/font" Target="fonts/FamiljenGroteskMedium-italic.fntdata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29" Type="http://schemas.openxmlformats.org/officeDocument/2006/relationships/font" Target="fonts/FamiljenGrotesk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16T22:07:25.962">
    <p:pos x="196" y="0"/>
    <p:text>– Careful with live demos (nothing will ever go wrong...);
have a back-up (screenshots)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3-16T22:08:11.266">
    <p:pos x="196" y="143"/>
    <p:text>– Architecture diagram and/or screen flow
(whichever is most helpful in understanding your app)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5d886c886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c5d886c886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d0722e67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d0722e67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d0722e677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d0722e677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d0722e677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d0722e677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961a3c5f4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961a3c5f4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d0722e677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3d0722e677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d0722e677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d0722e677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d0722e677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d0722e677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d0722e677a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d0722e677a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d0722e677a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d0722e677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d0722e677a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d0722e677a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961a3c5f4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961a3c5f4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961a3c5f4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961a3c5f4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0" name="Google Shape;60;p10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0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0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" name="Google Shape;69;p1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1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5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5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5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8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8" name="Google Shape;118;p19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9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19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19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9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9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19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0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1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23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27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" name="Google Shape;174;p27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27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" name="Google Shape;176;p27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27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29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9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9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0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30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94" name="Google Shape;194;p30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0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30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05" name="Google Shape;205;p31"/>
          <p:cNvPicPr preferRelativeResize="0"/>
          <p:nvPr/>
        </p:nvPicPr>
        <p:blipFill rotWithShape="1">
          <a:blip r:embed="rId2">
            <a:alphaModFix/>
          </a:blip>
          <a:srcRect b="38737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" name="Google Shape;268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9" name="Google Shape;269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6" name="Google Shape;276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7" name="Google Shape;277;p43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0" name="Google Shape;280;p44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283" name="Google Shape;28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4" name="Google Shape;284;p45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8" name="Google Shape;288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9" name="Google Shape;289;p46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292" name="Google Shape;292;p47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5" name="Google Shape;295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48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9" name="Google Shape;299;p49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3" name="Google Shape;30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4" name="Google Shape;30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5" name="Google Shape;305;p50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  <p:sp>
        <p:nvSpPr>
          <p:cNvPr id="308" name="Google Shape;308;p51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1" name="Google Shape;311;p5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2" name="Google Shape;312;p52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315" name="Google Shape;315;p53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324" name="Google Shape;324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5" name="Google Shape;325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54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3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5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0" name="Google Shape;330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1" name="Google Shape;331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2" name="Google Shape;332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3" name="Google Shape;333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6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7" name="Google Shape;337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8" name="Google Shape;338;p5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9" name="Google Shape;33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0" name="Google Shape;340;p5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1" name="Google Shape;341;p5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2" name="Google Shape;342;p5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6" name="Google Shape;34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7" name="Google Shape;34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8" name="Google Shape;34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9" name="Google Shape;34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0" name="Google Shape;35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1" name="Google Shape;35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3" name="Google Shape;35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356" name="Google Shape;356;p58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0" name="Google Shape;360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3" name="Google Shape;363;p59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365" name="Google Shape;365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6" name="Google Shape;366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9" name="Google Shape;369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2" name="Google Shape;372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4" name="Google Shape;374;p60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5" name="Google Shape;37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376" name="Google Shape;376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61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2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4" name="Google Shape;384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391" name="Google Shape;391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solidFill>
          <a:schemeClr val="lt2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3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396" name="Google Shape;396;p63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63"/>
          <p:cNvSpPr/>
          <p:nvPr>
            <p:ph idx="2" type="pic"/>
          </p:nvPr>
        </p:nvSpPr>
        <p:spPr>
          <a:xfrm>
            <a:off x="-25" y="2917350"/>
            <a:ext cx="2504400" cy="16683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63"/>
          <p:cNvSpPr/>
          <p:nvPr>
            <p:ph idx="3" type="pic"/>
          </p:nvPr>
        </p:nvSpPr>
        <p:spPr>
          <a:xfrm>
            <a:off x="6057900" y="636250"/>
            <a:ext cx="3086100" cy="24696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63"/>
          <p:cNvSpPr/>
          <p:nvPr>
            <p:ph idx="4" type="pic"/>
          </p:nvPr>
        </p:nvSpPr>
        <p:spPr>
          <a:xfrm>
            <a:off x="6057900" y="3998050"/>
            <a:ext cx="1145400" cy="11454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63"/>
          <p:cNvSpPr txBox="1"/>
          <p:nvPr>
            <p:ph idx="5" type="title"/>
          </p:nvPr>
        </p:nvSpPr>
        <p:spPr>
          <a:xfrm>
            <a:off x="1605875" y="1164200"/>
            <a:ext cx="75381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1" name="Google Shape;401;p63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63"/>
          <p:cNvSpPr txBox="1"/>
          <p:nvPr>
            <p:ph idx="6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Mission">
  <p:cSld name="CUSTOM">
    <p:bg>
      <p:bgPr>
        <a:solidFill>
          <a:schemeClr val="lt2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4"/>
          <p:cNvSpPr txBox="1"/>
          <p:nvPr>
            <p:ph idx="1" type="body"/>
          </p:nvPr>
        </p:nvSpPr>
        <p:spPr>
          <a:xfrm>
            <a:off x="1746472" y="1569600"/>
            <a:ext cx="4287000" cy="1853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5" name="Google Shape;405;p64"/>
          <p:cNvSpPr txBox="1"/>
          <p:nvPr>
            <p:ph idx="2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64"/>
          <p:cNvSpPr txBox="1"/>
          <p:nvPr>
            <p:ph idx="3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7" name="Google Shape;407;p64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8" name="Google Shape;408;p64"/>
          <p:cNvSpPr/>
          <p:nvPr>
            <p:ph idx="4" type="pic"/>
          </p:nvPr>
        </p:nvSpPr>
        <p:spPr>
          <a:xfrm>
            <a:off x="-25" y="2896025"/>
            <a:ext cx="1470600" cy="22476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64"/>
          <p:cNvSpPr/>
          <p:nvPr>
            <p:ph idx="5" type="pic"/>
          </p:nvPr>
        </p:nvSpPr>
        <p:spPr>
          <a:xfrm>
            <a:off x="7037800" y="712950"/>
            <a:ext cx="2106300" cy="27105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64"/>
          <p:cNvSpPr/>
          <p:nvPr>
            <p:ph idx="6" type="pic"/>
          </p:nvPr>
        </p:nvSpPr>
        <p:spPr>
          <a:xfrm>
            <a:off x="5323300" y="3423300"/>
            <a:ext cx="17145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64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TITLE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5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14" name="Google Shape;414;p65"/>
          <p:cNvSpPr txBox="1"/>
          <p:nvPr>
            <p:ph idx="2" type="title"/>
          </p:nvPr>
        </p:nvSpPr>
        <p:spPr>
          <a:xfrm>
            <a:off x="1610975" y="1315350"/>
            <a:ext cx="6482700" cy="38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5" name="Google Shape;415;p65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6" name="Google Shape;416;p65"/>
          <p:cNvSpPr txBox="1"/>
          <p:nvPr>
            <p:ph idx="3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7" name="Google Shape;417;p65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44">
          <p15:clr>
            <a:srgbClr val="FA7B17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CUSTOM_1_1"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6"/>
          <p:cNvSpPr txBox="1"/>
          <p:nvPr>
            <p:ph idx="1" type="body"/>
          </p:nvPr>
        </p:nvSpPr>
        <p:spPr>
          <a:xfrm>
            <a:off x="1746475" y="1206375"/>
            <a:ext cx="4122000" cy="2514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20" name="Google Shape;420;p66"/>
          <p:cNvSpPr/>
          <p:nvPr>
            <p:ph idx="2" type="pic"/>
          </p:nvPr>
        </p:nvSpPr>
        <p:spPr>
          <a:xfrm>
            <a:off x="6438900" y="1545300"/>
            <a:ext cx="27051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66"/>
          <p:cNvSpPr/>
          <p:nvPr>
            <p:ph idx="3" type="pic"/>
          </p:nvPr>
        </p:nvSpPr>
        <p:spPr>
          <a:xfrm>
            <a:off x="2871750" y="3721100"/>
            <a:ext cx="2899500" cy="14223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66"/>
          <p:cNvSpPr txBox="1"/>
          <p:nvPr>
            <p:ph idx="4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3" name="Google Shape;423;p66"/>
          <p:cNvSpPr txBox="1"/>
          <p:nvPr>
            <p:ph idx="5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4" name="Google Shape;424;p66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25" name="Google Shape;425;p66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TITLE_36">
    <p:bg>
      <p:bgPr>
        <a:solidFill>
          <a:schemeClr val="lt2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7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428" name="Google Shape;428;p67"/>
          <p:cNvSpPr txBox="1"/>
          <p:nvPr>
            <p:ph idx="2" type="title"/>
          </p:nvPr>
        </p:nvSpPr>
        <p:spPr>
          <a:xfrm>
            <a:off x="1605875" y="1087988"/>
            <a:ext cx="75381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429" name="Google Shape;429;p67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0" name="Google Shape;430;p67"/>
          <p:cNvSpPr txBox="1"/>
          <p:nvPr>
            <p:ph idx="3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1" name="Google Shape;431;p67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67"/>
          <p:cNvSpPr/>
          <p:nvPr>
            <p:ph idx="4" type="pic"/>
          </p:nvPr>
        </p:nvSpPr>
        <p:spPr>
          <a:xfrm>
            <a:off x="7429500" y="3429000"/>
            <a:ext cx="1714500" cy="171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44">
          <p15:clr>
            <a:srgbClr val="FA7B17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Overview">
  <p:cSld name="CUSTOM_5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8"/>
          <p:cNvSpPr/>
          <p:nvPr/>
        </p:nvSpPr>
        <p:spPr>
          <a:xfrm>
            <a:off x="228600" y="3148725"/>
            <a:ext cx="2790000" cy="17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5" name="Google Shape;435;p68"/>
          <p:cNvSpPr/>
          <p:nvPr/>
        </p:nvSpPr>
        <p:spPr>
          <a:xfrm>
            <a:off x="3170550" y="3148725"/>
            <a:ext cx="2790000" cy="17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6" name="Google Shape;436;p68"/>
          <p:cNvSpPr/>
          <p:nvPr/>
        </p:nvSpPr>
        <p:spPr>
          <a:xfrm>
            <a:off x="6112500" y="3148725"/>
            <a:ext cx="2790000" cy="17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7" name="Google Shape;437;p68"/>
          <p:cNvSpPr/>
          <p:nvPr/>
        </p:nvSpPr>
        <p:spPr>
          <a:xfrm>
            <a:off x="6112500" y="1226475"/>
            <a:ext cx="2790000" cy="17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8" name="Google Shape;438;p68"/>
          <p:cNvSpPr/>
          <p:nvPr/>
        </p:nvSpPr>
        <p:spPr>
          <a:xfrm>
            <a:off x="3170550" y="1226400"/>
            <a:ext cx="2790000" cy="17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9" name="Google Shape;439;p68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0" name="Google Shape;440;p68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1" name="Google Shape;441;p68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42" name="Google Shape;442;p68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3" name="Google Shape;443;p68"/>
          <p:cNvSpPr/>
          <p:nvPr/>
        </p:nvSpPr>
        <p:spPr>
          <a:xfrm>
            <a:off x="228600" y="1226475"/>
            <a:ext cx="2790000" cy="179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444" name="Google Shape;444;p68"/>
          <p:cNvSpPr txBox="1"/>
          <p:nvPr>
            <p:ph idx="3" type="subTitle"/>
          </p:nvPr>
        </p:nvSpPr>
        <p:spPr>
          <a:xfrm>
            <a:off x="228600" y="1226400"/>
            <a:ext cx="2790000" cy="17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68"/>
          <p:cNvSpPr txBox="1"/>
          <p:nvPr>
            <p:ph idx="4" type="subTitle"/>
          </p:nvPr>
        </p:nvSpPr>
        <p:spPr>
          <a:xfrm>
            <a:off x="321279" y="3252025"/>
            <a:ext cx="26055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68"/>
          <p:cNvSpPr txBox="1"/>
          <p:nvPr>
            <p:ph idx="5" type="body"/>
          </p:nvPr>
        </p:nvSpPr>
        <p:spPr>
          <a:xfrm>
            <a:off x="321275" y="3775125"/>
            <a:ext cx="26055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7" name="Google Shape;447;p68"/>
          <p:cNvSpPr txBox="1"/>
          <p:nvPr>
            <p:ph idx="6" type="subTitle"/>
          </p:nvPr>
        </p:nvSpPr>
        <p:spPr>
          <a:xfrm>
            <a:off x="3262804" y="3252025"/>
            <a:ext cx="26055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68"/>
          <p:cNvSpPr txBox="1"/>
          <p:nvPr>
            <p:ph idx="7" type="body"/>
          </p:nvPr>
        </p:nvSpPr>
        <p:spPr>
          <a:xfrm>
            <a:off x="3262800" y="3775125"/>
            <a:ext cx="26055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9" name="Google Shape;449;p68"/>
          <p:cNvSpPr txBox="1"/>
          <p:nvPr>
            <p:ph idx="8" type="subTitle"/>
          </p:nvPr>
        </p:nvSpPr>
        <p:spPr>
          <a:xfrm>
            <a:off x="6204329" y="3252025"/>
            <a:ext cx="26055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68"/>
          <p:cNvSpPr txBox="1"/>
          <p:nvPr>
            <p:ph idx="9" type="body"/>
          </p:nvPr>
        </p:nvSpPr>
        <p:spPr>
          <a:xfrm>
            <a:off x="6204325" y="3775125"/>
            <a:ext cx="26055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1" name="Google Shape;451;p68"/>
          <p:cNvSpPr txBox="1"/>
          <p:nvPr>
            <p:ph idx="13" type="subTitle"/>
          </p:nvPr>
        </p:nvSpPr>
        <p:spPr>
          <a:xfrm>
            <a:off x="6204329" y="1324475"/>
            <a:ext cx="26055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68"/>
          <p:cNvSpPr txBox="1"/>
          <p:nvPr>
            <p:ph idx="14" type="body"/>
          </p:nvPr>
        </p:nvSpPr>
        <p:spPr>
          <a:xfrm>
            <a:off x="6204325" y="1847575"/>
            <a:ext cx="26055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3" name="Google Shape;453;p68"/>
          <p:cNvSpPr txBox="1"/>
          <p:nvPr>
            <p:ph idx="15" type="subTitle"/>
          </p:nvPr>
        </p:nvSpPr>
        <p:spPr>
          <a:xfrm>
            <a:off x="3262804" y="1324475"/>
            <a:ext cx="26055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68"/>
          <p:cNvSpPr txBox="1"/>
          <p:nvPr>
            <p:ph idx="16" type="body"/>
          </p:nvPr>
        </p:nvSpPr>
        <p:spPr>
          <a:xfrm>
            <a:off x="3262800" y="1847575"/>
            <a:ext cx="26055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2">
          <p15:clr>
            <a:srgbClr val="E46962"/>
          </p15:clr>
        </p15:guide>
        <p15:guide id="2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77">
          <p15:clr>
            <a:srgbClr val="E46962"/>
          </p15:clr>
        </p15:guide>
        <p15:guide id="5" pos="549">
          <p15:clr>
            <a:srgbClr val="E46962"/>
          </p15:clr>
        </p15:guide>
        <p15:guide id="6" pos="950">
          <p15:clr>
            <a:srgbClr val="E46962"/>
          </p15:clr>
        </p15:guide>
        <p15:guide id="7" pos="1022">
          <p15:clr>
            <a:srgbClr val="E46962"/>
          </p15:clr>
        </p15:guide>
        <p15:guide id="8" pos="1422">
          <p15:clr>
            <a:srgbClr val="E46962"/>
          </p15:clr>
        </p15:guide>
        <p15:guide id="9" pos="1494">
          <p15:clr>
            <a:srgbClr val="E46962"/>
          </p15:clr>
        </p15:guide>
        <p15:guide id="10" pos="1897">
          <p15:clr>
            <a:srgbClr val="E46962"/>
          </p15:clr>
        </p15:guide>
        <p15:guide id="11" pos="1969">
          <p15:clr>
            <a:srgbClr val="E46962"/>
          </p15:clr>
        </p15:guide>
        <p15:guide id="12" pos="2369">
          <p15:clr>
            <a:srgbClr val="E46962"/>
          </p15:clr>
        </p15:guide>
        <p15:guide id="13" pos="2441">
          <p15:clr>
            <a:srgbClr val="E46962"/>
          </p15:clr>
        </p15:guide>
        <p15:guide id="14" pos="2844">
          <p15:clr>
            <a:srgbClr val="E46962"/>
          </p15:clr>
        </p15:guide>
        <p15:guide id="15" pos="2916">
          <p15:clr>
            <a:srgbClr val="E46962"/>
          </p15:clr>
        </p15:guide>
        <p15:guide id="16" pos="3319">
          <p15:clr>
            <a:srgbClr val="E46962"/>
          </p15:clr>
        </p15:guide>
        <p15:guide id="17" pos="3391">
          <p15:clr>
            <a:srgbClr val="E46962"/>
          </p15:clr>
        </p15:guide>
        <p15:guide id="18" pos="3791">
          <p15:clr>
            <a:srgbClr val="E46962"/>
          </p15:clr>
        </p15:guide>
        <p15:guide id="19" pos="3863">
          <p15:clr>
            <a:srgbClr val="E46962"/>
          </p15:clr>
        </p15:guide>
        <p15:guide id="20" pos="4266">
          <p15:clr>
            <a:srgbClr val="E46962"/>
          </p15:clr>
        </p15:guide>
        <p15:guide id="21" pos="4338">
          <p15:clr>
            <a:srgbClr val="E46962"/>
          </p15:clr>
        </p15:guide>
        <p15:guide id="22" pos="4741">
          <p15:clr>
            <a:srgbClr val="E46962"/>
          </p15:clr>
        </p15:guide>
        <p15:guide id="23" pos="4813">
          <p15:clr>
            <a:srgbClr val="E46962"/>
          </p15:clr>
        </p15:guide>
        <p15:guide id="24" pos="5213">
          <p15:clr>
            <a:srgbClr val="E46962"/>
          </p15:clr>
        </p15:guide>
        <p15:guide id="25" pos="5285">
          <p15:clr>
            <a:srgbClr val="E46962"/>
          </p15:clr>
        </p15:guide>
        <p15:guide id="26" pos="5688">
          <p15:clr>
            <a:srgbClr val="E46962"/>
          </p15:clr>
        </p15:guide>
        <p15:guide id="27" orient="horz" pos="1620">
          <p15:clr>
            <a:srgbClr val="E46962"/>
          </p15:clr>
        </p15:guide>
        <p15:guide id="28" orient="horz" pos="588">
          <p15:clr>
            <a:srgbClr val="E46962"/>
          </p15:clr>
        </p15:guide>
        <p15:guide id="29" orient="horz" pos="1104">
          <p15:clr>
            <a:srgbClr val="E46962"/>
          </p15:clr>
        </p15:guide>
        <p15:guide id="30" orient="horz" pos="2136">
          <p15:clr>
            <a:srgbClr val="E46962"/>
          </p15:clr>
        </p15:guide>
        <p15:guide id="31" orient="horz" pos="2652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2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9"/>
          <p:cNvSpPr txBox="1"/>
          <p:nvPr>
            <p:ph idx="12" type="sldNum"/>
          </p:nvPr>
        </p:nvSpPr>
        <p:spPr>
          <a:xfrm>
            <a:off x="306795" y="21662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69"/>
          <p:cNvSpPr txBox="1"/>
          <p:nvPr/>
        </p:nvSpPr>
        <p:spPr>
          <a:xfrm>
            <a:off x="228600" y="21650"/>
            <a:ext cx="4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p</a:t>
            </a: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g. 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458" name="Google Shape;458;p69"/>
          <p:cNvSpPr txBox="1"/>
          <p:nvPr/>
        </p:nvSpPr>
        <p:spPr>
          <a:xfrm>
            <a:off x="1771200" y="21650"/>
            <a:ext cx="318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Company Name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459" name="Google Shape;459;p69"/>
          <p:cNvSpPr txBox="1"/>
          <p:nvPr/>
        </p:nvSpPr>
        <p:spPr>
          <a:xfrm>
            <a:off x="7961250" y="21650"/>
            <a:ext cx="104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09.14.</a:t>
            </a: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20XX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Snapshot">
  <p:cSld name="CUSTOM_2_1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0"/>
          <p:cNvSpPr txBox="1"/>
          <p:nvPr>
            <p:ph idx="1" type="subTitle"/>
          </p:nvPr>
        </p:nvSpPr>
        <p:spPr>
          <a:xfrm>
            <a:off x="1771198" y="3024500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70"/>
          <p:cNvSpPr txBox="1"/>
          <p:nvPr>
            <p:ph idx="2" type="subTitle"/>
          </p:nvPr>
        </p:nvSpPr>
        <p:spPr>
          <a:xfrm>
            <a:off x="1771198" y="1764633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70"/>
          <p:cNvSpPr txBox="1"/>
          <p:nvPr>
            <p:ph idx="3" type="subTitle"/>
          </p:nvPr>
        </p:nvSpPr>
        <p:spPr>
          <a:xfrm>
            <a:off x="1771198" y="2356467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70"/>
          <p:cNvSpPr txBox="1"/>
          <p:nvPr>
            <p:ph idx="4" type="subTitle"/>
          </p:nvPr>
        </p:nvSpPr>
        <p:spPr>
          <a:xfrm>
            <a:off x="104050" y="1869125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70"/>
          <p:cNvSpPr txBox="1"/>
          <p:nvPr>
            <p:ph idx="5" type="subTitle"/>
          </p:nvPr>
        </p:nvSpPr>
        <p:spPr>
          <a:xfrm>
            <a:off x="104050" y="2464508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70"/>
          <p:cNvSpPr txBox="1"/>
          <p:nvPr>
            <p:ph idx="6" type="subTitle"/>
          </p:nvPr>
        </p:nvSpPr>
        <p:spPr>
          <a:xfrm>
            <a:off x="104050" y="3136092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70"/>
          <p:cNvSpPr txBox="1"/>
          <p:nvPr>
            <p:ph idx="7" type="subTitle"/>
          </p:nvPr>
        </p:nvSpPr>
        <p:spPr>
          <a:xfrm>
            <a:off x="94072" y="1215925"/>
            <a:ext cx="40761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Familjen Grotesk Medium"/>
              <a:buNone/>
              <a:defRPr sz="18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70"/>
          <p:cNvSpPr txBox="1"/>
          <p:nvPr>
            <p:ph idx="8" type="subTitle"/>
          </p:nvPr>
        </p:nvSpPr>
        <p:spPr>
          <a:xfrm>
            <a:off x="4651939" y="1215925"/>
            <a:ext cx="40761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Familjen Grotesk Medium"/>
              <a:buNone/>
              <a:defRPr sz="18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70"/>
          <p:cNvSpPr txBox="1"/>
          <p:nvPr>
            <p:ph idx="12" type="sldNum"/>
          </p:nvPr>
        </p:nvSpPr>
        <p:spPr>
          <a:xfrm>
            <a:off x="306795" y="21662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l">
              <a:buNone/>
              <a:defRPr/>
            </a:lvl1pPr>
            <a:lvl2pPr lvl="1" rtl="0" algn="l">
              <a:buNone/>
              <a:defRPr/>
            </a:lvl2pPr>
            <a:lvl3pPr lvl="2" rtl="0" algn="l">
              <a:buNone/>
              <a:defRPr/>
            </a:lvl3pPr>
            <a:lvl4pPr lvl="3" rtl="0" algn="l">
              <a:buNone/>
              <a:defRPr/>
            </a:lvl4pPr>
            <a:lvl5pPr lvl="4" rtl="0" algn="l">
              <a:buNone/>
              <a:defRPr/>
            </a:lvl5pPr>
            <a:lvl6pPr lvl="5" rtl="0" algn="l">
              <a:buNone/>
              <a:defRPr/>
            </a:lvl6pPr>
            <a:lvl7pPr lvl="6" rtl="0" algn="l">
              <a:buNone/>
              <a:defRPr/>
            </a:lvl7pPr>
            <a:lvl8pPr lvl="7" rtl="0" algn="l">
              <a:buNone/>
              <a:defRPr/>
            </a:lvl8pPr>
            <a:lvl9pPr lvl="8" rtl="0" algn="l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70"/>
          <p:cNvSpPr txBox="1"/>
          <p:nvPr/>
        </p:nvSpPr>
        <p:spPr>
          <a:xfrm>
            <a:off x="228600" y="21650"/>
            <a:ext cx="4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pg. 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471" name="Google Shape;471;p70"/>
          <p:cNvSpPr txBox="1"/>
          <p:nvPr/>
        </p:nvSpPr>
        <p:spPr>
          <a:xfrm>
            <a:off x="1771200" y="21650"/>
            <a:ext cx="318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Company Name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472" name="Google Shape;472;p70"/>
          <p:cNvSpPr txBox="1"/>
          <p:nvPr/>
        </p:nvSpPr>
        <p:spPr>
          <a:xfrm>
            <a:off x="7961250" y="21650"/>
            <a:ext cx="104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09.14.</a:t>
            </a: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20XX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473" name="Google Shape;473;p70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474" name="Google Shape;474;p70"/>
          <p:cNvCxnSpPr/>
          <p:nvPr/>
        </p:nvCxnSpPr>
        <p:spPr>
          <a:xfrm>
            <a:off x="4515550" y="1368725"/>
            <a:ext cx="0" cy="342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70"/>
          <p:cNvSpPr txBox="1"/>
          <p:nvPr>
            <p:ph idx="9" type="subTitle"/>
          </p:nvPr>
        </p:nvSpPr>
        <p:spPr>
          <a:xfrm>
            <a:off x="4676900" y="1869125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70"/>
          <p:cNvSpPr txBox="1"/>
          <p:nvPr>
            <p:ph idx="13" type="subTitle"/>
          </p:nvPr>
        </p:nvSpPr>
        <p:spPr>
          <a:xfrm>
            <a:off x="4676900" y="2464508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70"/>
          <p:cNvSpPr txBox="1"/>
          <p:nvPr>
            <p:ph idx="14" type="subTitle"/>
          </p:nvPr>
        </p:nvSpPr>
        <p:spPr>
          <a:xfrm>
            <a:off x="4676900" y="3059892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70"/>
          <p:cNvSpPr txBox="1"/>
          <p:nvPr>
            <p:ph idx="15" type="subTitle"/>
          </p:nvPr>
        </p:nvSpPr>
        <p:spPr>
          <a:xfrm>
            <a:off x="4676900" y="3655300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70"/>
          <p:cNvSpPr txBox="1"/>
          <p:nvPr>
            <p:ph idx="16" type="subTitle"/>
          </p:nvPr>
        </p:nvSpPr>
        <p:spPr>
          <a:xfrm>
            <a:off x="4676900" y="4326883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70"/>
          <p:cNvSpPr txBox="1"/>
          <p:nvPr>
            <p:ph idx="17" type="subTitle"/>
          </p:nvPr>
        </p:nvSpPr>
        <p:spPr>
          <a:xfrm>
            <a:off x="6411748" y="2963183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70"/>
          <p:cNvSpPr txBox="1"/>
          <p:nvPr>
            <p:ph idx="18" type="subTitle"/>
          </p:nvPr>
        </p:nvSpPr>
        <p:spPr>
          <a:xfrm>
            <a:off x="6411748" y="1764633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70"/>
          <p:cNvSpPr txBox="1"/>
          <p:nvPr>
            <p:ph idx="19" type="subTitle"/>
          </p:nvPr>
        </p:nvSpPr>
        <p:spPr>
          <a:xfrm>
            <a:off x="6411748" y="2363908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70"/>
          <p:cNvSpPr txBox="1"/>
          <p:nvPr>
            <p:ph idx="20" type="subTitle"/>
          </p:nvPr>
        </p:nvSpPr>
        <p:spPr>
          <a:xfrm>
            <a:off x="6411748" y="3562458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70"/>
          <p:cNvSpPr txBox="1"/>
          <p:nvPr>
            <p:ph idx="21" type="subTitle"/>
          </p:nvPr>
        </p:nvSpPr>
        <p:spPr>
          <a:xfrm>
            <a:off x="6411748" y="4237933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85" name="Google Shape;485;p70"/>
          <p:cNvCxnSpPr/>
          <p:nvPr/>
        </p:nvCxnSpPr>
        <p:spPr>
          <a:xfrm>
            <a:off x="200117" y="3089629"/>
            <a:ext cx="4082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70"/>
          <p:cNvCxnSpPr/>
          <p:nvPr/>
        </p:nvCxnSpPr>
        <p:spPr>
          <a:xfrm>
            <a:off x="4786525" y="4282704"/>
            <a:ext cx="4082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016">
          <p15:clr>
            <a:srgbClr val="E46962"/>
          </p15:clr>
        </p15:guide>
        <p15:guide id="2" orient="horz" pos="1261">
          <p15:clr>
            <a:srgbClr val="E46962"/>
          </p15:clr>
        </p15:guide>
        <p15:guide id="3" orient="horz" pos="2771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Executive Summary">
  <p:cSld name="TITLE_1_1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1"/>
          <p:cNvSpPr txBox="1"/>
          <p:nvPr>
            <p:ph idx="1" type="subTitle"/>
          </p:nvPr>
        </p:nvSpPr>
        <p:spPr>
          <a:xfrm>
            <a:off x="1985411" y="2323038"/>
            <a:ext cx="1581900" cy="4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9pPr>
          </a:lstStyle>
          <a:p/>
        </p:txBody>
      </p:sp>
      <p:sp>
        <p:nvSpPr>
          <p:cNvPr id="489" name="Google Shape;489;p71"/>
          <p:cNvSpPr txBox="1"/>
          <p:nvPr>
            <p:ph idx="2" type="subTitle"/>
          </p:nvPr>
        </p:nvSpPr>
        <p:spPr>
          <a:xfrm>
            <a:off x="2014509" y="2802444"/>
            <a:ext cx="1551000" cy="20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490" name="Google Shape;490;p71"/>
          <p:cNvSpPr txBox="1"/>
          <p:nvPr>
            <p:ph idx="3" type="subTitle"/>
          </p:nvPr>
        </p:nvSpPr>
        <p:spPr>
          <a:xfrm>
            <a:off x="189200" y="2978305"/>
            <a:ext cx="1581900" cy="4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9pPr>
          </a:lstStyle>
          <a:p/>
        </p:txBody>
      </p:sp>
      <p:sp>
        <p:nvSpPr>
          <p:cNvPr id="491" name="Google Shape;491;p71"/>
          <p:cNvSpPr txBox="1"/>
          <p:nvPr>
            <p:ph idx="4" type="body"/>
          </p:nvPr>
        </p:nvSpPr>
        <p:spPr>
          <a:xfrm>
            <a:off x="212473" y="1023597"/>
            <a:ext cx="3560400" cy="989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cxnSp>
        <p:nvCxnSpPr>
          <p:cNvPr id="492" name="Google Shape;492;p71"/>
          <p:cNvCxnSpPr/>
          <p:nvPr/>
        </p:nvCxnSpPr>
        <p:spPr>
          <a:xfrm>
            <a:off x="226950" y="4635025"/>
            <a:ext cx="342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71"/>
          <p:cNvCxnSpPr/>
          <p:nvPr/>
        </p:nvCxnSpPr>
        <p:spPr>
          <a:xfrm>
            <a:off x="226950" y="4326850"/>
            <a:ext cx="342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71"/>
          <p:cNvSpPr/>
          <p:nvPr/>
        </p:nvSpPr>
        <p:spPr>
          <a:xfrm>
            <a:off x="7308210" y="4181450"/>
            <a:ext cx="1607100" cy="7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95" name="Google Shape;495;p71"/>
          <p:cNvSpPr txBox="1"/>
          <p:nvPr>
            <p:ph idx="5" type="body"/>
          </p:nvPr>
        </p:nvSpPr>
        <p:spPr>
          <a:xfrm>
            <a:off x="7308213" y="4314851"/>
            <a:ext cx="1607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6" name="Google Shape;496;p71"/>
          <p:cNvSpPr txBox="1"/>
          <p:nvPr>
            <p:ph idx="6" type="subTitle"/>
          </p:nvPr>
        </p:nvSpPr>
        <p:spPr>
          <a:xfrm>
            <a:off x="7308213" y="4203043"/>
            <a:ext cx="16071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Familjen Grotesk Medium"/>
              <a:buNone/>
              <a:defRPr sz="9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9pPr>
          </a:lstStyle>
          <a:p/>
        </p:txBody>
      </p:sp>
      <p:sp>
        <p:nvSpPr>
          <p:cNvPr id="497" name="Google Shape;497;p71"/>
          <p:cNvSpPr/>
          <p:nvPr/>
        </p:nvSpPr>
        <p:spPr>
          <a:xfrm>
            <a:off x="7308198" y="3325500"/>
            <a:ext cx="1607100" cy="7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98" name="Google Shape;498;p71"/>
          <p:cNvSpPr txBox="1"/>
          <p:nvPr>
            <p:ph idx="7" type="body"/>
          </p:nvPr>
        </p:nvSpPr>
        <p:spPr>
          <a:xfrm>
            <a:off x="7308200" y="3458901"/>
            <a:ext cx="1607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9" name="Google Shape;499;p71"/>
          <p:cNvSpPr txBox="1"/>
          <p:nvPr>
            <p:ph idx="8" type="subTitle"/>
          </p:nvPr>
        </p:nvSpPr>
        <p:spPr>
          <a:xfrm>
            <a:off x="7308201" y="3347093"/>
            <a:ext cx="16071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Familjen Grotesk Medium"/>
              <a:buNone/>
              <a:defRPr sz="9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9pPr>
          </a:lstStyle>
          <a:p/>
        </p:txBody>
      </p:sp>
      <p:sp>
        <p:nvSpPr>
          <p:cNvPr id="500" name="Google Shape;500;p71"/>
          <p:cNvSpPr/>
          <p:nvPr/>
        </p:nvSpPr>
        <p:spPr>
          <a:xfrm>
            <a:off x="3959148" y="4181450"/>
            <a:ext cx="1607100" cy="7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01" name="Google Shape;501;p71"/>
          <p:cNvSpPr txBox="1"/>
          <p:nvPr>
            <p:ph idx="9" type="body"/>
          </p:nvPr>
        </p:nvSpPr>
        <p:spPr>
          <a:xfrm>
            <a:off x="3959150" y="4314851"/>
            <a:ext cx="1607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2" name="Google Shape;502;p71"/>
          <p:cNvSpPr/>
          <p:nvPr/>
        </p:nvSpPr>
        <p:spPr>
          <a:xfrm>
            <a:off x="3959150" y="3325508"/>
            <a:ext cx="1607100" cy="78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503" name="Google Shape;503;p71"/>
          <p:cNvSpPr txBox="1"/>
          <p:nvPr>
            <p:ph idx="13" type="subTitle"/>
          </p:nvPr>
        </p:nvSpPr>
        <p:spPr>
          <a:xfrm>
            <a:off x="3959150" y="3325475"/>
            <a:ext cx="1607100" cy="7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71"/>
          <p:cNvSpPr txBox="1"/>
          <p:nvPr>
            <p:ph idx="14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5" name="Google Shape;505;p71"/>
          <p:cNvSpPr txBox="1"/>
          <p:nvPr>
            <p:ph idx="15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71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71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508" name="Google Shape;508;p71"/>
          <p:cNvCxnSpPr/>
          <p:nvPr/>
        </p:nvCxnSpPr>
        <p:spPr>
          <a:xfrm>
            <a:off x="3952400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71"/>
          <p:cNvCxnSpPr/>
          <p:nvPr/>
        </p:nvCxnSpPr>
        <p:spPr>
          <a:xfrm>
            <a:off x="5070844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71"/>
          <p:cNvCxnSpPr/>
          <p:nvPr/>
        </p:nvCxnSpPr>
        <p:spPr>
          <a:xfrm>
            <a:off x="6189289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71"/>
          <p:cNvCxnSpPr/>
          <p:nvPr/>
        </p:nvCxnSpPr>
        <p:spPr>
          <a:xfrm>
            <a:off x="7307733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71"/>
          <p:cNvCxnSpPr/>
          <p:nvPr/>
        </p:nvCxnSpPr>
        <p:spPr>
          <a:xfrm>
            <a:off x="8426178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71"/>
          <p:cNvCxnSpPr/>
          <p:nvPr/>
        </p:nvCxnSpPr>
        <p:spPr>
          <a:xfrm>
            <a:off x="4511622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71"/>
          <p:cNvCxnSpPr/>
          <p:nvPr/>
        </p:nvCxnSpPr>
        <p:spPr>
          <a:xfrm>
            <a:off x="5630067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71"/>
          <p:cNvCxnSpPr/>
          <p:nvPr/>
        </p:nvCxnSpPr>
        <p:spPr>
          <a:xfrm>
            <a:off x="6748511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71"/>
          <p:cNvCxnSpPr/>
          <p:nvPr/>
        </p:nvCxnSpPr>
        <p:spPr>
          <a:xfrm>
            <a:off x="7866956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71"/>
          <p:cNvCxnSpPr/>
          <p:nvPr/>
        </p:nvCxnSpPr>
        <p:spPr>
          <a:xfrm>
            <a:off x="8985400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71"/>
          <p:cNvCxnSpPr/>
          <p:nvPr/>
        </p:nvCxnSpPr>
        <p:spPr>
          <a:xfrm>
            <a:off x="71940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71"/>
          <p:cNvCxnSpPr/>
          <p:nvPr/>
        </p:nvCxnSpPr>
        <p:spPr>
          <a:xfrm>
            <a:off x="120876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71"/>
          <p:cNvCxnSpPr/>
          <p:nvPr/>
        </p:nvCxnSpPr>
        <p:spPr>
          <a:xfrm>
            <a:off x="169812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71"/>
          <p:cNvCxnSpPr/>
          <p:nvPr/>
        </p:nvCxnSpPr>
        <p:spPr>
          <a:xfrm>
            <a:off x="218748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71"/>
          <p:cNvSpPr/>
          <p:nvPr/>
        </p:nvSpPr>
        <p:spPr>
          <a:xfrm>
            <a:off x="229843" y="4125475"/>
            <a:ext cx="3425935" cy="838687"/>
          </a:xfrm>
          <a:custGeom>
            <a:rect b="b" l="l" r="r" t="t"/>
            <a:pathLst>
              <a:path extrusionOk="0" h="148178" w="347018">
                <a:moveTo>
                  <a:pt x="0" y="0"/>
                </a:moveTo>
                <a:lnTo>
                  <a:pt x="0" y="148178"/>
                </a:lnTo>
                <a:lnTo>
                  <a:pt x="347018" y="148178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23" name="Google Shape;523;p71"/>
          <p:cNvCxnSpPr/>
          <p:nvPr/>
        </p:nvCxnSpPr>
        <p:spPr>
          <a:xfrm>
            <a:off x="267684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71"/>
          <p:cNvCxnSpPr/>
          <p:nvPr/>
        </p:nvCxnSpPr>
        <p:spPr>
          <a:xfrm>
            <a:off x="316620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71"/>
          <p:cNvSpPr/>
          <p:nvPr/>
        </p:nvSpPr>
        <p:spPr>
          <a:xfrm>
            <a:off x="5633673" y="3325500"/>
            <a:ext cx="1607100" cy="7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26" name="Google Shape;526;p71"/>
          <p:cNvSpPr txBox="1"/>
          <p:nvPr>
            <p:ph idx="16" type="body"/>
          </p:nvPr>
        </p:nvSpPr>
        <p:spPr>
          <a:xfrm>
            <a:off x="5633675" y="3458901"/>
            <a:ext cx="1607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7" name="Google Shape;527;p71"/>
          <p:cNvSpPr txBox="1"/>
          <p:nvPr>
            <p:ph idx="17" type="subTitle"/>
          </p:nvPr>
        </p:nvSpPr>
        <p:spPr>
          <a:xfrm>
            <a:off x="3959151" y="4203043"/>
            <a:ext cx="16071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Familjen Grotesk Medium"/>
              <a:buNone/>
              <a:defRPr sz="9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9pPr>
          </a:lstStyle>
          <a:p/>
        </p:txBody>
      </p:sp>
      <p:sp>
        <p:nvSpPr>
          <p:cNvPr id="528" name="Google Shape;528;p71"/>
          <p:cNvSpPr txBox="1"/>
          <p:nvPr>
            <p:ph idx="18" type="subTitle"/>
          </p:nvPr>
        </p:nvSpPr>
        <p:spPr>
          <a:xfrm>
            <a:off x="5633676" y="3347093"/>
            <a:ext cx="16071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Familjen Grotesk Medium"/>
              <a:buNone/>
              <a:defRPr sz="9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9pPr>
          </a:lstStyle>
          <a:p/>
        </p:txBody>
      </p:sp>
      <p:sp>
        <p:nvSpPr>
          <p:cNvPr id="529" name="Google Shape;529;p71"/>
          <p:cNvSpPr/>
          <p:nvPr/>
        </p:nvSpPr>
        <p:spPr>
          <a:xfrm>
            <a:off x="5633660" y="4181450"/>
            <a:ext cx="1607100" cy="7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30" name="Google Shape;530;p71"/>
          <p:cNvSpPr txBox="1"/>
          <p:nvPr>
            <p:ph idx="19" type="body"/>
          </p:nvPr>
        </p:nvSpPr>
        <p:spPr>
          <a:xfrm>
            <a:off x="5633663" y="4314851"/>
            <a:ext cx="1607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31" name="Google Shape;531;p71"/>
          <p:cNvSpPr txBox="1"/>
          <p:nvPr>
            <p:ph idx="20" type="subTitle"/>
          </p:nvPr>
        </p:nvSpPr>
        <p:spPr>
          <a:xfrm>
            <a:off x="5633663" y="4203043"/>
            <a:ext cx="16071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Familjen Grotesk Medium"/>
              <a:buNone/>
              <a:defRPr sz="9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9pPr>
          </a:lstStyle>
          <a:p/>
        </p:txBody>
      </p:sp>
      <p:sp>
        <p:nvSpPr>
          <p:cNvPr id="532" name="Google Shape;532;p71"/>
          <p:cNvSpPr txBox="1"/>
          <p:nvPr>
            <p:ph idx="21" type="subTitle"/>
          </p:nvPr>
        </p:nvSpPr>
        <p:spPr>
          <a:xfrm>
            <a:off x="3933400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533" name="Google Shape;533;p71"/>
          <p:cNvSpPr txBox="1"/>
          <p:nvPr>
            <p:ph idx="22" type="subTitle"/>
          </p:nvPr>
        </p:nvSpPr>
        <p:spPr>
          <a:xfrm>
            <a:off x="5052000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534" name="Google Shape;534;p71"/>
          <p:cNvSpPr txBox="1"/>
          <p:nvPr>
            <p:ph idx="23" type="subTitle"/>
          </p:nvPr>
        </p:nvSpPr>
        <p:spPr>
          <a:xfrm>
            <a:off x="7288862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535" name="Google Shape;535;p71"/>
          <p:cNvSpPr txBox="1"/>
          <p:nvPr>
            <p:ph idx="24" type="subTitle"/>
          </p:nvPr>
        </p:nvSpPr>
        <p:spPr>
          <a:xfrm>
            <a:off x="8407312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536" name="Google Shape;536;p71"/>
          <p:cNvSpPr txBox="1"/>
          <p:nvPr>
            <p:ph idx="25" type="subTitle"/>
          </p:nvPr>
        </p:nvSpPr>
        <p:spPr>
          <a:xfrm>
            <a:off x="6170412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537" name="Google Shape;537;p71"/>
          <p:cNvSpPr txBox="1"/>
          <p:nvPr>
            <p:ph idx="26" type="subTitle"/>
          </p:nvPr>
        </p:nvSpPr>
        <p:spPr>
          <a:xfrm>
            <a:off x="3946300" y="2211525"/>
            <a:ext cx="1589400" cy="461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8" name="Google Shape;538;p71"/>
          <p:cNvSpPr txBox="1"/>
          <p:nvPr>
            <p:ph idx="27" type="subTitle"/>
          </p:nvPr>
        </p:nvSpPr>
        <p:spPr>
          <a:xfrm>
            <a:off x="5619200" y="2211513"/>
            <a:ext cx="1589400" cy="461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9" name="Google Shape;539;p71"/>
          <p:cNvSpPr txBox="1"/>
          <p:nvPr>
            <p:ph idx="28" type="subTitle"/>
          </p:nvPr>
        </p:nvSpPr>
        <p:spPr>
          <a:xfrm>
            <a:off x="7302800" y="2211513"/>
            <a:ext cx="1589400" cy="461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40" name="Google Shape;540;p71"/>
          <p:cNvSpPr txBox="1"/>
          <p:nvPr>
            <p:ph idx="29" type="subTitle"/>
          </p:nvPr>
        </p:nvSpPr>
        <p:spPr>
          <a:xfrm>
            <a:off x="5625300" y="1997479"/>
            <a:ext cx="15906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71"/>
          <p:cNvSpPr txBox="1"/>
          <p:nvPr>
            <p:ph idx="30" type="subTitle"/>
          </p:nvPr>
        </p:nvSpPr>
        <p:spPr>
          <a:xfrm>
            <a:off x="7298200" y="1997467"/>
            <a:ext cx="15906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71"/>
          <p:cNvSpPr txBox="1"/>
          <p:nvPr>
            <p:ph idx="31" type="subTitle"/>
          </p:nvPr>
        </p:nvSpPr>
        <p:spPr>
          <a:xfrm>
            <a:off x="3952400" y="1997479"/>
            <a:ext cx="15906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71"/>
          <p:cNvSpPr txBox="1"/>
          <p:nvPr>
            <p:ph idx="32" type="subTitle"/>
          </p:nvPr>
        </p:nvSpPr>
        <p:spPr>
          <a:xfrm>
            <a:off x="3939000" y="2797425"/>
            <a:ext cx="49689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9pPr>
          </a:lstStyle>
          <a:p/>
        </p:txBody>
      </p:sp>
      <p:sp>
        <p:nvSpPr>
          <p:cNvPr id="544" name="Google Shape;544;p71"/>
          <p:cNvSpPr txBox="1"/>
          <p:nvPr>
            <p:ph idx="33" type="subTitle"/>
          </p:nvPr>
        </p:nvSpPr>
        <p:spPr>
          <a:xfrm>
            <a:off x="3946300" y="3070150"/>
            <a:ext cx="4968900" cy="20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45" name="Google Shape;545;p71"/>
          <p:cNvSpPr txBox="1"/>
          <p:nvPr>
            <p:ph idx="34" type="subTitle"/>
          </p:nvPr>
        </p:nvSpPr>
        <p:spPr>
          <a:xfrm>
            <a:off x="220150" y="3826873"/>
            <a:ext cx="34260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9pPr>
          </a:lstStyle>
          <a:p/>
        </p:txBody>
      </p:sp>
      <p:sp>
        <p:nvSpPr>
          <p:cNvPr id="546" name="Google Shape;546;p71"/>
          <p:cNvSpPr txBox="1"/>
          <p:nvPr>
            <p:ph idx="35" type="subTitle"/>
          </p:nvPr>
        </p:nvSpPr>
        <p:spPr>
          <a:xfrm>
            <a:off x="218299" y="3457711"/>
            <a:ext cx="1551000" cy="20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547" name="Google Shape;547;p71"/>
          <p:cNvSpPr txBox="1"/>
          <p:nvPr>
            <p:ph idx="36" type="subTitle"/>
          </p:nvPr>
        </p:nvSpPr>
        <p:spPr>
          <a:xfrm>
            <a:off x="189200" y="2323038"/>
            <a:ext cx="1581900" cy="4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9pPr>
          </a:lstStyle>
          <a:p/>
        </p:txBody>
      </p:sp>
      <p:sp>
        <p:nvSpPr>
          <p:cNvPr id="548" name="Google Shape;548;p71"/>
          <p:cNvSpPr txBox="1"/>
          <p:nvPr>
            <p:ph idx="37" type="subTitle"/>
          </p:nvPr>
        </p:nvSpPr>
        <p:spPr>
          <a:xfrm>
            <a:off x="218299" y="2802444"/>
            <a:ext cx="1551000" cy="20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549" name="Google Shape;549;p71"/>
          <p:cNvSpPr txBox="1"/>
          <p:nvPr>
            <p:ph idx="38" type="subTitle"/>
          </p:nvPr>
        </p:nvSpPr>
        <p:spPr>
          <a:xfrm>
            <a:off x="220150" y="2152976"/>
            <a:ext cx="34260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9pPr>
          </a:lstStyle>
          <a:p/>
        </p:txBody>
      </p:sp>
      <p:sp>
        <p:nvSpPr>
          <p:cNvPr id="550" name="Google Shape;550;p71"/>
          <p:cNvSpPr txBox="1"/>
          <p:nvPr>
            <p:ph idx="39" type="subTitle"/>
          </p:nvPr>
        </p:nvSpPr>
        <p:spPr>
          <a:xfrm>
            <a:off x="1985411" y="2978305"/>
            <a:ext cx="1581900" cy="4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9pPr>
          </a:lstStyle>
          <a:p/>
        </p:txBody>
      </p:sp>
      <p:sp>
        <p:nvSpPr>
          <p:cNvPr id="551" name="Google Shape;551;p71"/>
          <p:cNvSpPr txBox="1"/>
          <p:nvPr>
            <p:ph idx="40" type="subTitle"/>
          </p:nvPr>
        </p:nvSpPr>
        <p:spPr>
          <a:xfrm>
            <a:off x="2014509" y="3457711"/>
            <a:ext cx="1551000" cy="20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4">
    <p:bg>
      <p:bgPr>
        <a:solidFill>
          <a:schemeClr val="dk2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2"/>
          <p:cNvSpPr txBox="1"/>
          <p:nvPr/>
        </p:nvSpPr>
        <p:spPr>
          <a:xfrm>
            <a:off x="151500" y="-149638"/>
            <a:ext cx="14787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400">
                <a:solidFill>
                  <a:schemeClr val="accent2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“</a:t>
            </a:r>
            <a:endParaRPr b="1" sz="14400">
              <a:solidFill>
                <a:schemeClr val="accent2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554" name="Google Shape;554;p72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5" name="Google Shape;555;p72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6" name="Google Shape;556;p72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7" name="Google Shape;557;p72"/>
          <p:cNvSpPr txBox="1"/>
          <p:nvPr>
            <p:ph idx="3" type="body"/>
          </p:nvPr>
        </p:nvSpPr>
        <p:spPr>
          <a:xfrm>
            <a:off x="1664044" y="349775"/>
            <a:ext cx="6903000" cy="3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558" name="Google Shape;558;p72"/>
          <p:cNvSpPr txBox="1"/>
          <p:nvPr>
            <p:ph idx="4" type="subTitle"/>
          </p:nvPr>
        </p:nvSpPr>
        <p:spPr>
          <a:xfrm>
            <a:off x="1664050" y="4468300"/>
            <a:ext cx="5489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80">
          <p15:clr>
            <a:srgbClr val="FA7B17"/>
          </p15:clr>
        </p15:guide>
        <p15:guide id="2" pos="2790">
          <p15:clr>
            <a:srgbClr val="FA7B17"/>
          </p15:clr>
        </p15:guide>
        <p15:guide id="3" pos="2970">
          <p15:clr>
            <a:srgbClr val="FA7B17"/>
          </p15:clr>
        </p15:guide>
        <p15:guide id="4" pos="5580">
          <p15:clr>
            <a:srgbClr val="FA7B17"/>
          </p15:clr>
        </p15:guide>
        <p15:guide id="5" orient="horz" pos="180">
          <p15:clr>
            <a:srgbClr val="FA7B17"/>
          </p15:clr>
        </p15:guide>
        <p15:guide id="6" orient="horz" pos="2790">
          <p15:clr>
            <a:srgbClr val="FA7B17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BLANK_1_4_1">
    <p:bg>
      <p:bgPr>
        <a:solidFill>
          <a:schemeClr val="dk1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3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1" name="Google Shape;561;p73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2" name="Google Shape;562;p73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p73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64" name="Google Shape;564;p73"/>
          <p:cNvCxnSpPr/>
          <p:nvPr/>
        </p:nvCxnSpPr>
        <p:spPr>
          <a:xfrm>
            <a:off x="2348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73"/>
          <p:cNvCxnSpPr/>
          <p:nvPr/>
        </p:nvCxnSpPr>
        <p:spPr>
          <a:xfrm>
            <a:off x="14740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73"/>
          <p:cNvCxnSpPr/>
          <p:nvPr/>
        </p:nvCxnSpPr>
        <p:spPr>
          <a:xfrm>
            <a:off x="27132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73"/>
          <p:cNvCxnSpPr/>
          <p:nvPr/>
        </p:nvCxnSpPr>
        <p:spPr>
          <a:xfrm>
            <a:off x="39524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73"/>
          <p:cNvCxnSpPr/>
          <p:nvPr/>
        </p:nvCxnSpPr>
        <p:spPr>
          <a:xfrm>
            <a:off x="51916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73"/>
          <p:cNvCxnSpPr/>
          <p:nvPr/>
        </p:nvCxnSpPr>
        <p:spPr>
          <a:xfrm>
            <a:off x="64308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73"/>
          <p:cNvCxnSpPr/>
          <p:nvPr/>
        </p:nvCxnSpPr>
        <p:spPr>
          <a:xfrm>
            <a:off x="76700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73"/>
          <p:cNvCxnSpPr/>
          <p:nvPr/>
        </p:nvCxnSpPr>
        <p:spPr>
          <a:xfrm>
            <a:off x="89092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" name="Google Shape;572;p73"/>
          <p:cNvSpPr txBox="1"/>
          <p:nvPr>
            <p:ph idx="3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3" name="Google Shape;573;p73"/>
          <p:cNvSpPr txBox="1"/>
          <p:nvPr>
            <p:ph idx="4" type="subTitle"/>
          </p:nvPr>
        </p:nvSpPr>
        <p:spPr>
          <a:xfrm>
            <a:off x="3933400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4" name="Google Shape;574;p73"/>
          <p:cNvSpPr txBox="1"/>
          <p:nvPr>
            <p:ph idx="5" type="subTitle"/>
          </p:nvPr>
        </p:nvSpPr>
        <p:spPr>
          <a:xfrm>
            <a:off x="5174505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5" name="Google Shape;575;p73"/>
          <p:cNvSpPr txBox="1"/>
          <p:nvPr>
            <p:ph idx="6" type="subTitle"/>
          </p:nvPr>
        </p:nvSpPr>
        <p:spPr>
          <a:xfrm>
            <a:off x="2692294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6" name="Google Shape;576;p73"/>
          <p:cNvSpPr txBox="1"/>
          <p:nvPr>
            <p:ph idx="7" type="subTitle"/>
          </p:nvPr>
        </p:nvSpPr>
        <p:spPr>
          <a:xfrm>
            <a:off x="1454986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7" name="Google Shape;577;p73"/>
          <p:cNvSpPr txBox="1"/>
          <p:nvPr>
            <p:ph idx="8" type="subTitle"/>
          </p:nvPr>
        </p:nvSpPr>
        <p:spPr>
          <a:xfrm>
            <a:off x="206286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8" name="Google Shape;578;p73"/>
          <p:cNvSpPr txBox="1"/>
          <p:nvPr>
            <p:ph idx="9" type="subTitle"/>
          </p:nvPr>
        </p:nvSpPr>
        <p:spPr>
          <a:xfrm>
            <a:off x="6412959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9" name="Google Shape;579;p73"/>
          <p:cNvSpPr txBox="1"/>
          <p:nvPr>
            <p:ph idx="13" type="subTitle"/>
          </p:nvPr>
        </p:nvSpPr>
        <p:spPr>
          <a:xfrm>
            <a:off x="7651409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80">
          <p15:clr>
            <a:srgbClr val="FA7B17"/>
          </p15:clr>
        </p15:guide>
        <p15:guide id="2" pos="2790">
          <p15:clr>
            <a:srgbClr val="FA7B17"/>
          </p15:clr>
        </p15:guide>
        <p15:guide id="3" pos="2970">
          <p15:clr>
            <a:srgbClr val="FA7B17"/>
          </p15:clr>
        </p15:guide>
        <p15:guide id="4" pos="5580">
          <p15:clr>
            <a:srgbClr val="FA7B17"/>
          </p15:clr>
        </p15:guide>
        <p15:guide id="5" orient="horz" pos="180">
          <p15:clr>
            <a:srgbClr val="FA7B17"/>
          </p15:clr>
        </p15:guide>
        <p15:guide id="6" orient="horz" pos="2790">
          <p15:clr>
            <a:srgbClr val="FA7B17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Chart">
  <p:cSld name="BLANK_1_5">
    <p:bg>
      <p:bgPr>
        <a:solidFill>
          <a:schemeClr val="lt1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4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2" name="Google Shape;582;p74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3" name="Google Shape;583;p74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74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585" name="Google Shape;585;p74"/>
          <p:cNvGrpSpPr/>
          <p:nvPr/>
        </p:nvGrpSpPr>
        <p:grpSpPr>
          <a:xfrm>
            <a:off x="234275" y="1193325"/>
            <a:ext cx="8682900" cy="3704450"/>
            <a:chOff x="234275" y="1193325"/>
            <a:chExt cx="8682900" cy="3704450"/>
          </a:xfrm>
        </p:grpSpPr>
        <p:cxnSp>
          <p:nvCxnSpPr>
            <p:cNvPr id="586" name="Google Shape;586;p74"/>
            <p:cNvCxnSpPr/>
            <p:nvPr/>
          </p:nvCxnSpPr>
          <p:spPr>
            <a:xfrm>
              <a:off x="234275" y="4008300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74"/>
            <p:cNvCxnSpPr/>
            <p:nvPr/>
          </p:nvCxnSpPr>
          <p:spPr>
            <a:xfrm>
              <a:off x="234275" y="3045563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74"/>
            <p:cNvCxnSpPr/>
            <p:nvPr/>
          </p:nvCxnSpPr>
          <p:spPr>
            <a:xfrm>
              <a:off x="234275" y="2082825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9" name="Google Shape;589;p74"/>
            <p:cNvSpPr/>
            <p:nvPr/>
          </p:nvSpPr>
          <p:spPr>
            <a:xfrm>
              <a:off x="234275" y="1193325"/>
              <a:ext cx="8675450" cy="3704450"/>
            </a:xfrm>
            <a:custGeom>
              <a:rect b="b" l="l" r="r" t="t"/>
              <a:pathLst>
                <a:path extrusionOk="0" h="148178" w="347018">
                  <a:moveTo>
                    <a:pt x="0" y="0"/>
                  </a:moveTo>
                  <a:lnTo>
                    <a:pt x="0" y="148178"/>
                  </a:lnTo>
                  <a:lnTo>
                    <a:pt x="347018" y="148178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590" name="Google Shape;590;p74"/>
          <p:cNvSpPr txBox="1"/>
          <p:nvPr>
            <p:ph idx="3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91" name="Google Shape;591;p74"/>
          <p:cNvSpPr txBox="1"/>
          <p:nvPr>
            <p:ph idx="4" type="subTitle"/>
          </p:nvPr>
        </p:nvSpPr>
        <p:spPr>
          <a:xfrm>
            <a:off x="207975" y="1065775"/>
            <a:ext cx="800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2" name="Google Shape;592;p74"/>
          <p:cNvSpPr txBox="1"/>
          <p:nvPr>
            <p:ph idx="5" type="subTitle"/>
          </p:nvPr>
        </p:nvSpPr>
        <p:spPr>
          <a:xfrm>
            <a:off x="207975" y="1803028"/>
            <a:ext cx="800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3" name="Google Shape;593;p74"/>
          <p:cNvSpPr txBox="1"/>
          <p:nvPr>
            <p:ph idx="6" type="subTitle"/>
          </p:nvPr>
        </p:nvSpPr>
        <p:spPr>
          <a:xfrm>
            <a:off x="207975" y="2765045"/>
            <a:ext cx="800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4" name="Google Shape;594;p74"/>
          <p:cNvSpPr txBox="1"/>
          <p:nvPr>
            <p:ph idx="7" type="subTitle"/>
          </p:nvPr>
        </p:nvSpPr>
        <p:spPr>
          <a:xfrm>
            <a:off x="207975" y="3743075"/>
            <a:ext cx="800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5" name="Google Shape;595;p74"/>
          <p:cNvSpPr txBox="1"/>
          <p:nvPr>
            <p:ph idx="8" type="subTitle"/>
          </p:nvPr>
        </p:nvSpPr>
        <p:spPr>
          <a:xfrm>
            <a:off x="1656927" y="4574475"/>
            <a:ext cx="800700" cy="24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6" name="Google Shape;596;p74"/>
          <p:cNvSpPr txBox="1"/>
          <p:nvPr>
            <p:ph idx="9" type="subTitle"/>
          </p:nvPr>
        </p:nvSpPr>
        <p:spPr>
          <a:xfrm>
            <a:off x="3200680" y="4574475"/>
            <a:ext cx="800700" cy="24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7" name="Google Shape;597;p74"/>
          <p:cNvSpPr txBox="1"/>
          <p:nvPr>
            <p:ph idx="13" type="subTitle"/>
          </p:nvPr>
        </p:nvSpPr>
        <p:spPr>
          <a:xfrm>
            <a:off x="4745382" y="4574475"/>
            <a:ext cx="800700" cy="24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8" name="Google Shape;598;p74"/>
          <p:cNvSpPr txBox="1"/>
          <p:nvPr>
            <p:ph idx="14" type="subTitle"/>
          </p:nvPr>
        </p:nvSpPr>
        <p:spPr>
          <a:xfrm>
            <a:off x="6290585" y="4574475"/>
            <a:ext cx="800700" cy="24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9" name="Google Shape;599;p74"/>
          <p:cNvSpPr txBox="1"/>
          <p:nvPr>
            <p:ph idx="15" type="subTitle"/>
          </p:nvPr>
        </p:nvSpPr>
        <p:spPr>
          <a:xfrm>
            <a:off x="7839538" y="4574475"/>
            <a:ext cx="800700" cy="24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80">
          <p15:clr>
            <a:srgbClr val="FA7B17"/>
          </p15:clr>
        </p15:guide>
        <p15:guide id="2" pos="2790">
          <p15:clr>
            <a:srgbClr val="FA7B17"/>
          </p15:clr>
        </p15:guide>
        <p15:guide id="3" pos="2970">
          <p15:clr>
            <a:srgbClr val="FA7B17"/>
          </p15:clr>
        </p15:guide>
        <p15:guide id="4" pos="5580">
          <p15:clr>
            <a:srgbClr val="FA7B17"/>
          </p15:clr>
        </p15:guide>
        <p15:guide id="5" orient="horz" pos="180">
          <p15:clr>
            <a:srgbClr val="FA7B17"/>
          </p15:clr>
        </p15:guide>
        <p15:guide id="6" orient="horz" pos="2790">
          <p15:clr>
            <a:srgbClr val="FA7B17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ney Stats">
  <p:cSld name="CUSTOM_1_2_2_1">
    <p:bg>
      <p:bgPr>
        <a:solidFill>
          <a:schemeClr val="lt1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5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2" name="Google Shape;602;p75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3" name="Google Shape;603;p75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4" name="Google Shape;604;p75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5" name="Google Shape;605;p75"/>
          <p:cNvSpPr txBox="1"/>
          <p:nvPr>
            <p:ph idx="3" type="subTitle"/>
          </p:nvPr>
        </p:nvSpPr>
        <p:spPr>
          <a:xfrm>
            <a:off x="302250" y="2300325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6" name="Google Shape;606;p75"/>
          <p:cNvSpPr txBox="1"/>
          <p:nvPr>
            <p:ph idx="4" type="body"/>
          </p:nvPr>
        </p:nvSpPr>
        <p:spPr>
          <a:xfrm>
            <a:off x="2731051" y="2300325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7" name="Google Shape;607;p75"/>
          <p:cNvSpPr txBox="1"/>
          <p:nvPr>
            <p:ph idx="5" type="subTitle"/>
          </p:nvPr>
        </p:nvSpPr>
        <p:spPr>
          <a:xfrm>
            <a:off x="302250" y="3355938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8" name="Google Shape;608;p75"/>
          <p:cNvSpPr txBox="1"/>
          <p:nvPr>
            <p:ph idx="6" type="body"/>
          </p:nvPr>
        </p:nvSpPr>
        <p:spPr>
          <a:xfrm>
            <a:off x="2731051" y="3355938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9" name="Google Shape;609;p75"/>
          <p:cNvSpPr txBox="1"/>
          <p:nvPr>
            <p:ph idx="7" type="subTitle"/>
          </p:nvPr>
        </p:nvSpPr>
        <p:spPr>
          <a:xfrm>
            <a:off x="302250" y="4411563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0" name="Google Shape;610;p75"/>
          <p:cNvSpPr txBox="1"/>
          <p:nvPr>
            <p:ph idx="8" type="body"/>
          </p:nvPr>
        </p:nvSpPr>
        <p:spPr>
          <a:xfrm>
            <a:off x="2731051" y="4411563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1" name="Google Shape;611;p75"/>
          <p:cNvSpPr txBox="1"/>
          <p:nvPr>
            <p:ph idx="9" type="subTitle"/>
          </p:nvPr>
        </p:nvSpPr>
        <p:spPr>
          <a:xfrm>
            <a:off x="4731600" y="2300325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2" name="Google Shape;612;p75"/>
          <p:cNvSpPr txBox="1"/>
          <p:nvPr>
            <p:ph idx="13" type="body"/>
          </p:nvPr>
        </p:nvSpPr>
        <p:spPr>
          <a:xfrm>
            <a:off x="7160401" y="2300325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3" name="Google Shape;613;p75"/>
          <p:cNvSpPr txBox="1"/>
          <p:nvPr>
            <p:ph idx="14" type="subTitle"/>
          </p:nvPr>
        </p:nvSpPr>
        <p:spPr>
          <a:xfrm>
            <a:off x="4731600" y="3355938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4" name="Google Shape;614;p75"/>
          <p:cNvSpPr txBox="1"/>
          <p:nvPr>
            <p:ph idx="15" type="body"/>
          </p:nvPr>
        </p:nvSpPr>
        <p:spPr>
          <a:xfrm>
            <a:off x="7160401" y="3355938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5" name="Google Shape;615;p75"/>
          <p:cNvSpPr txBox="1"/>
          <p:nvPr>
            <p:ph idx="16" type="subTitle"/>
          </p:nvPr>
        </p:nvSpPr>
        <p:spPr>
          <a:xfrm>
            <a:off x="4731600" y="4411563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6" name="Google Shape;616;p75"/>
          <p:cNvSpPr txBox="1"/>
          <p:nvPr>
            <p:ph idx="17" type="body"/>
          </p:nvPr>
        </p:nvSpPr>
        <p:spPr>
          <a:xfrm>
            <a:off x="7160401" y="4411563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down" showMasterSp="0">
  <p:cSld name="Title Slide">
    <p:bg>
      <p:bgPr>
        <a:solidFill>
          <a:schemeClr val="lt1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6"/>
          <p:cNvSpPr txBox="1"/>
          <p:nvPr/>
        </p:nvSpPr>
        <p:spPr>
          <a:xfrm>
            <a:off x="7222297" y="4866750"/>
            <a:ext cx="16782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5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Google_logo </a:t>
            </a:r>
            <a:r>
              <a:rPr lang="en" sz="4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 2021   </a:t>
            </a:r>
            <a:r>
              <a:rPr lang="en" sz="400">
                <a:solidFill>
                  <a:schemeClr val="dk2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 |    </a:t>
            </a:r>
            <a:r>
              <a:rPr lang="en" sz="4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Confidential and Proprietary  pg. </a:t>
            </a:r>
            <a:fld id="{00000000-1234-1234-1234-123412341234}" type="slidenum">
              <a:rPr lang="en" sz="4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‹#›</a:t>
            </a:fld>
            <a:endParaRPr sz="400">
              <a:solidFill>
                <a:schemeClr val="dk2"/>
              </a:solidFill>
              <a:latin typeface="Familjen Grotesk Medium"/>
              <a:ea typeface="Familjen Grotesk Medium"/>
              <a:cs typeface="Familjen Grotesk Medium"/>
              <a:sym typeface="Familjen Grotesk Medium"/>
            </a:endParaRPr>
          </a:p>
        </p:txBody>
      </p:sp>
      <p:sp>
        <p:nvSpPr>
          <p:cNvPr id="619" name="Google Shape;619;p76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0" name="Google Shape;620;p76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1" name="Google Shape;621;p76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2" name="Google Shape;622;p76"/>
          <p:cNvSpPr txBox="1"/>
          <p:nvPr>
            <p:ph idx="3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76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24" name="Google Shape;624;p76"/>
          <p:cNvSpPr txBox="1"/>
          <p:nvPr>
            <p:ph idx="4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">
  <p:cSld name="CUSTOM_2_1_1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7"/>
          <p:cNvSpPr txBox="1"/>
          <p:nvPr>
            <p:ph idx="1" type="subTitle"/>
          </p:nvPr>
        </p:nvSpPr>
        <p:spPr>
          <a:xfrm>
            <a:off x="3933400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7" name="Google Shape;627;p77"/>
          <p:cNvSpPr txBox="1"/>
          <p:nvPr>
            <p:ph idx="2" type="subTitle"/>
          </p:nvPr>
        </p:nvSpPr>
        <p:spPr>
          <a:xfrm>
            <a:off x="5174505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8" name="Google Shape;628;p77"/>
          <p:cNvSpPr txBox="1"/>
          <p:nvPr>
            <p:ph idx="3" type="subTitle"/>
          </p:nvPr>
        </p:nvSpPr>
        <p:spPr>
          <a:xfrm>
            <a:off x="2692294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9" name="Google Shape;629;p77"/>
          <p:cNvSpPr txBox="1"/>
          <p:nvPr>
            <p:ph idx="4" type="subTitle"/>
          </p:nvPr>
        </p:nvSpPr>
        <p:spPr>
          <a:xfrm>
            <a:off x="1454986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0" name="Google Shape;630;p77"/>
          <p:cNvSpPr txBox="1"/>
          <p:nvPr>
            <p:ph idx="5" type="subTitle"/>
          </p:nvPr>
        </p:nvSpPr>
        <p:spPr>
          <a:xfrm>
            <a:off x="206286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1" name="Google Shape;631;p77"/>
          <p:cNvSpPr txBox="1"/>
          <p:nvPr>
            <p:ph idx="6" type="subTitle"/>
          </p:nvPr>
        </p:nvSpPr>
        <p:spPr>
          <a:xfrm>
            <a:off x="6412959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2" name="Google Shape;632;p77"/>
          <p:cNvSpPr txBox="1"/>
          <p:nvPr>
            <p:ph idx="7" type="subTitle"/>
          </p:nvPr>
        </p:nvSpPr>
        <p:spPr>
          <a:xfrm>
            <a:off x="7651409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33" name="Google Shape;633;p77"/>
          <p:cNvGrpSpPr/>
          <p:nvPr/>
        </p:nvGrpSpPr>
        <p:grpSpPr>
          <a:xfrm>
            <a:off x="234275" y="1193325"/>
            <a:ext cx="8682900" cy="3704625"/>
            <a:chOff x="234275" y="1193325"/>
            <a:chExt cx="8682900" cy="3704625"/>
          </a:xfrm>
        </p:grpSpPr>
        <p:cxnSp>
          <p:nvCxnSpPr>
            <p:cNvPr id="634" name="Google Shape;634;p77"/>
            <p:cNvCxnSpPr/>
            <p:nvPr/>
          </p:nvCxnSpPr>
          <p:spPr>
            <a:xfrm>
              <a:off x="234275" y="4008300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5" name="Google Shape;635;p77"/>
            <p:cNvCxnSpPr/>
            <p:nvPr/>
          </p:nvCxnSpPr>
          <p:spPr>
            <a:xfrm>
              <a:off x="234275" y="3045563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77"/>
            <p:cNvCxnSpPr/>
            <p:nvPr/>
          </p:nvCxnSpPr>
          <p:spPr>
            <a:xfrm>
              <a:off x="234275" y="2082825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77"/>
            <p:cNvCxnSpPr/>
            <p:nvPr/>
          </p:nvCxnSpPr>
          <p:spPr>
            <a:xfrm>
              <a:off x="14740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8" name="Google Shape;638;p77"/>
            <p:cNvCxnSpPr/>
            <p:nvPr/>
          </p:nvCxnSpPr>
          <p:spPr>
            <a:xfrm>
              <a:off x="27132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77"/>
            <p:cNvCxnSpPr/>
            <p:nvPr/>
          </p:nvCxnSpPr>
          <p:spPr>
            <a:xfrm>
              <a:off x="39524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77"/>
            <p:cNvCxnSpPr/>
            <p:nvPr/>
          </p:nvCxnSpPr>
          <p:spPr>
            <a:xfrm>
              <a:off x="51916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77"/>
            <p:cNvCxnSpPr/>
            <p:nvPr/>
          </p:nvCxnSpPr>
          <p:spPr>
            <a:xfrm>
              <a:off x="64308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77"/>
            <p:cNvCxnSpPr/>
            <p:nvPr/>
          </p:nvCxnSpPr>
          <p:spPr>
            <a:xfrm>
              <a:off x="76700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3" name="Google Shape;643;p77"/>
            <p:cNvSpPr/>
            <p:nvPr/>
          </p:nvSpPr>
          <p:spPr>
            <a:xfrm>
              <a:off x="234275" y="1193325"/>
              <a:ext cx="8675450" cy="3704450"/>
            </a:xfrm>
            <a:custGeom>
              <a:rect b="b" l="l" r="r" t="t"/>
              <a:pathLst>
                <a:path extrusionOk="0" h="148178" w="347018">
                  <a:moveTo>
                    <a:pt x="0" y="0"/>
                  </a:moveTo>
                  <a:lnTo>
                    <a:pt x="0" y="148178"/>
                  </a:lnTo>
                  <a:lnTo>
                    <a:pt x="347018" y="148178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644" name="Google Shape;644;p77"/>
          <p:cNvSpPr txBox="1"/>
          <p:nvPr>
            <p:ph idx="8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5" name="Google Shape;645;p77"/>
          <p:cNvSpPr txBox="1"/>
          <p:nvPr>
            <p:ph idx="9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6" name="Google Shape;646;p77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7" name="Google Shape;647;p77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48" name="Google Shape;648;p77"/>
          <p:cNvSpPr txBox="1"/>
          <p:nvPr>
            <p:ph idx="13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49" name="Google Shape;649;p77"/>
          <p:cNvSpPr txBox="1"/>
          <p:nvPr>
            <p:ph idx="14" type="subTitle"/>
          </p:nvPr>
        </p:nvSpPr>
        <p:spPr>
          <a:xfrm>
            <a:off x="207975" y="1803028"/>
            <a:ext cx="539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0" name="Google Shape;650;p77"/>
          <p:cNvSpPr txBox="1"/>
          <p:nvPr>
            <p:ph idx="15" type="subTitle"/>
          </p:nvPr>
        </p:nvSpPr>
        <p:spPr>
          <a:xfrm>
            <a:off x="207975" y="2765045"/>
            <a:ext cx="539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1" name="Google Shape;651;p77"/>
          <p:cNvSpPr txBox="1"/>
          <p:nvPr>
            <p:ph idx="16" type="subTitle"/>
          </p:nvPr>
        </p:nvSpPr>
        <p:spPr>
          <a:xfrm>
            <a:off x="207975" y="3743075"/>
            <a:ext cx="539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enses">
  <p:cSld name="CUSTOM_2_1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8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4" name="Google Shape;654;p78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5" name="Google Shape;655;p78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6" name="Google Shape;656;p78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7" name="Google Shape;657;p78"/>
          <p:cNvSpPr txBox="1"/>
          <p:nvPr>
            <p:ph idx="3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s">
  <p:cSld name="CUSTOM_1_2">
    <p:bg>
      <p:bgPr>
        <a:solidFill>
          <a:schemeClr val="lt1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9"/>
          <p:cNvSpPr/>
          <p:nvPr/>
        </p:nvSpPr>
        <p:spPr>
          <a:xfrm>
            <a:off x="4572125" y="-25"/>
            <a:ext cx="4572000" cy="123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60" name="Google Shape;660;p79"/>
          <p:cNvSpPr/>
          <p:nvPr/>
        </p:nvSpPr>
        <p:spPr>
          <a:xfrm>
            <a:off x="-75" y="-25"/>
            <a:ext cx="4572000" cy="3531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61" name="Google Shape;661;p79"/>
          <p:cNvSpPr/>
          <p:nvPr/>
        </p:nvSpPr>
        <p:spPr>
          <a:xfrm>
            <a:off x="4572025" y="1234025"/>
            <a:ext cx="4572000" cy="390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solidFill>
                <a:srgbClr val="3C3D3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662" name="Google Shape;662;p79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3" name="Google Shape;663;p79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4" name="Google Shape;664;p79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p79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66" name="Google Shape;666;p79"/>
          <p:cNvSpPr txBox="1"/>
          <p:nvPr>
            <p:ph idx="3" type="body"/>
          </p:nvPr>
        </p:nvSpPr>
        <p:spPr>
          <a:xfrm>
            <a:off x="201875" y="1328225"/>
            <a:ext cx="2888700" cy="1853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67" name="Google Shape;667;p79"/>
          <p:cNvSpPr/>
          <p:nvPr/>
        </p:nvSpPr>
        <p:spPr>
          <a:xfrm>
            <a:off x="-75" y="3531275"/>
            <a:ext cx="4572000" cy="161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68" name="Google Shape;668;p79"/>
          <p:cNvSpPr txBox="1"/>
          <p:nvPr>
            <p:ph idx="4" type="title"/>
          </p:nvPr>
        </p:nvSpPr>
        <p:spPr>
          <a:xfrm>
            <a:off x="1775" y="3706500"/>
            <a:ext cx="45720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669" name="Google Shape;669;p79"/>
          <p:cNvSpPr txBox="1"/>
          <p:nvPr>
            <p:ph idx="5" type="title"/>
          </p:nvPr>
        </p:nvSpPr>
        <p:spPr>
          <a:xfrm>
            <a:off x="4572025" y="1410802"/>
            <a:ext cx="45720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670" name="Google Shape;670;p79"/>
          <p:cNvSpPr txBox="1"/>
          <p:nvPr>
            <p:ph idx="6" type="subTitle"/>
          </p:nvPr>
        </p:nvSpPr>
        <p:spPr>
          <a:xfrm>
            <a:off x="4620125" y="2279600"/>
            <a:ext cx="36234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1" name="Google Shape;671;p79"/>
          <p:cNvSpPr txBox="1"/>
          <p:nvPr>
            <p:ph idx="7" type="subTitle"/>
          </p:nvPr>
        </p:nvSpPr>
        <p:spPr>
          <a:xfrm>
            <a:off x="90675" y="4563600"/>
            <a:ext cx="28887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2">
          <p15:clr>
            <a:srgbClr val="FA7B17"/>
          </p15:clr>
        </p15:guide>
        <p15:guide id="2" orient="horz" pos="3048">
          <p15:clr>
            <a:srgbClr val="FA7B17"/>
          </p15:clr>
        </p15:guide>
        <p15:guide id="3" pos="314">
          <p15:clr>
            <a:srgbClr val="FA7B17"/>
          </p15:clr>
        </p15:guide>
        <p15:guide id="4" pos="5446">
          <p15:clr>
            <a:srgbClr val="FA7B17"/>
          </p15:clr>
        </p15:guide>
        <p15:guide id="5" pos="567">
          <p15:clr>
            <a:srgbClr val="FA7B17"/>
          </p15:clr>
        </p15:guide>
        <p15:guide id="6" pos="757">
          <p15:clr>
            <a:srgbClr val="FA7B17"/>
          </p15:clr>
        </p15:guide>
        <p15:guide id="7" pos="1011">
          <p15:clr>
            <a:srgbClr val="FA7B17"/>
          </p15:clr>
        </p15:guide>
        <p15:guide id="8" pos="1201">
          <p15:clr>
            <a:srgbClr val="FA7B17"/>
          </p15:clr>
        </p15:guide>
        <p15:guide id="9" pos="1454">
          <p15:clr>
            <a:srgbClr val="FA7B17"/>
          </p15:clr>
        </p15:guide>
        <p15:guide id="10" pos="1644">
          <p15:clr>
            <a:srgbClr val="FA7B17"/>
          </p15:clr>
        </p15:guide>
        <p15:guide id="11" pos="1898">
          <p15:clr>
            <a:srgbClr val="FA7B17"/>
          </p15:clr>
        </p15:guide>
        <p15:guide id="12" pos="2088">
          <p15:clr>
            <a:srgbClr val="FA7B17"/>
          </p15:clr>
        </p15:guide>
        <p15:guide id="13" pos="2341">
          <p15:clr>
            <a:srgbClr val="FA7B17"/>
          </p15:clr>
        </p15:guide>
        <p15:guide id="14" pos="2532">
          <p15:clr>
            <a:srgbClr val="FA7B17"/>
          </p15:clr>
        </p15:guide>
        <p15:guide id="15" pos="2785">
          <p15:clr>
            <a:srgbClr val="FA7B17"/>
          </p15:clr>
        </p15:guide>
        <p15:guide id="16" pos="2975">
          <p15:clr>
            <a:srgbClr val="FA7B17"/>
          </p15:clr>
        </p15:guide>
        <p15:guide id="17" pos="3228">
          <p15:clr>
            <a:srgbClr val="FA7B17"/>
          </p15:clr>
        </p15:guide>
        <p15:guide id="18" pos="3419">
          <p15:clr>
            <a:srgbClr val="FA7B17"/>
          </p15:clr>
        </p15:guide>
        <p15:guide id="19" pos="3672">
          <p15:clr>
            <a:srgbClr val="FA7B17"/>
          </p15:clr>
        </p15:guide>
        <p15:guide id="20" pos="3862">
          <p15:clr>
            <a:srgbClr val="FA7B17"/>
          </p15:clr>
        </p15:guide>
        <p15:guide id="21" pos="4116">
          <p15:clr>
            <a:srgbClr val="FA7B17"/>
          </p15:clr>
        </p15:guide>
        <p15:guide id="22" pos="4306">
          <p15:clr>
            <a:srgbClr val="FA7B17"/>
          </p15:clr>
        </p15:guide>
        <p15:guide id="23" pos="4559">
          <p15:clr>
            <a:srgbClr val="FA7B17"/>
          </p15:clr>
        </p15:guide>
        <p15:guide id="24" pos="4749">
          <p15:clr>
            <a:srgbClr val="FA7B17"/>
          </p15:clr>
        </p15:guide>
        <p15:guide id="25" pos="5003">
          <p15:clr>
            <a:srgbClr val="FA7B17"/>
          </p15:clr>
        </p15:guide>
        <p15:guide id="26" pos="5193">
          <p15:clr>
            <a:srgbClr val="FA7B17"/>
          </p15:clr>
        </p15:guide>
        <p15:guide id="27" orient="horz" pos="837">
          <p15:clr>
            <a:srgbClr val="FA7B17"/>
          </p15:clr>
        </p15:guide>
        <p15:guide id="28" orient="horz" pos="2312">
          <p15:clr>
            <a:srgbClr val="FA7B17"/>
          </p15:clr>
        </p15:guide>
        <p15:guide id="29" orient="horz" pos="2405">
          <p15:clr>
            <a:srgbClr val="FA7B17"/>
          </p15:clr>
        </p15:guide>
        <p15:guide id="30" orient="horz" pos="929">
          <p15:clr>
            <a:srgbClr val="FA7B17"/>
          </p15:clr>
        </p15:guide>
        <p15:guide id="31" orient="horz" pos="1574">
          <p15:clr>
            <a:srgbClr val="FA7B17"/>
          </p15:clr>
        </p15:guide>
        <p15:guide id="32" orient="horz" pos="1666">
          <p15:clr>
            <a:srgbClr val="FA7B17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mping Up">
  <p:cSld name="TITLE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0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4" name="Google Shape;674;p80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5" name="Google Shape;675;p80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80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erarchy">
  <p:cSld name="CUSTOM_4">
    <p:bg>
      <p:bgPr>
        <a:solidFill>
          <a:schemeClr val="lt2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1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9" name="Google Shape;679;p81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0" name="Google Shape;680;p81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81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82" name="Google Shape;682;p81"/>
          <p:cNvSpPr txBox="1"/>
          <p:nvPr>
            <p:ph idx="3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ding">
  <p:cSld name="CUSTOM_2_1_1_1_1_1_1_1">
    <p:bg>
      <p:bgPr>
        <a:solidFill>
          <a:schemeClr val="lt1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2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5" name="Google Shape;685;p82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6" name="Google Shape;686;p82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7" name="Google Shape;687;p82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88" name="Google Shape;688;p82"/>
          <p:cNvSpPr txBox="1"/>
          <p:nvPr>
            <p:ph idx="3" type="subTitle"/>
          </p:nvPr>
        </p:nvSpPr>
        <p:spPr>
          <a:xfrm>
            <a:off x="5799441" y="1594150"/>
            <a:ext cx="26160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9" name="Google Shape;689;p82"/>
          <p:cNvSpPr txBox="1"/>
          <p:nvPr>
            <p:ph idx="4" type="body"/>
          </p:nvPr>
        </p:nvSpPr>
        <p:spPr>
          <a:xfrm>
            <a:off x="5799450" y="2143800"/>
            <a:ext cx="2992800" cy="149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ook">
  <p:cSld name="TITLE_2_1_1_1">
    <p:bg>
      <p:bgPr>
        <a:solidFill>
          <a:schemeClr val="dk1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3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2" name="Google Shape;692;p83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3" name="Google Shape;693;p83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4" name="Google Shape;694;p83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83"/>
          <p:cNvSpPr txBox="1"/>
          <p:nvPr>
            <p:ph idx="3" type="body"/>
          </p:nvPr>
        </p:nvSpPr>
        <p:spPr>
          <a:xfrm>
            <a:off x="1776150" y="1206375"/>
            <a:ext cx="4078500" cy="2514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83"/>
          <p:cNvSpPr/>
          <p:nvPr>
            <p:ph idx="4" type="pic"/>
          </p:nvPr>
        </p:nvSpPr>
        <p:spPr>
          <a:xfrm>
            <a:off x="3801625" y="3595950"/>
            <a:ext cx="5342400" cy="154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4 Column ">
  <p:cSld name="TITLE_2_1_1_1_1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4"/>
          <p:cNvSpPr/>
          <p:nvPr/>
        </p:nvSpPr>
        <p:spPr>
          <a:xfrm>
            <a:off x="6860750" y="1226475"/>
            <a:ext cx="22896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99" name="Google Shape;699;p84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0" name="Google Shape;700;p84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1" name="Google Shape;701;p84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2" name="Google Shape;702;p84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703" name="Google Shape;703;p84"/>
          <p:cNvSpPr/>
          <p:nvPr/>
        </p:nvSpPr>
        <p:spPr>
          <a:xfrm>
            <a:off x="0" y="1226475"/>
            <a:ext cx="22896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04" name="Google Shape;704;p84"/>
          <p:cNvSpPr/>
          <p:nvPr/>
        </p:nvSpPr>
        <p:spPr>
          <a:xfrm>
            <a:off x="2289600" y="1226475"/>
            <a:ext cx="22896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05" name="Google Shape;705;p84"/>
          <p:cNvSpPr/>
          <p:nvPr/>
        </p:nvSpPr>
        <p:spPr>
          <a:xfrm>
            <a:off x="4579200" y="1226475"/>
            <a:ext cx="2289600" cy="391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06" name="Google Shape;706;p84"/>
          <p:cNvSpPr txBox="1"/>
          <p:nvPr>
            <p:ph idx="3" type="subTitle"/>
          </p:nvPr>
        </p:nvSpPr>
        <p:spPr>
          <a:xfrm>
            <a:off x="205725" y="2736600"/>
            <a:ext cx="1827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7" name="Google Shape;707;p84"/>
          <p:cNvSpPr txBox="1"/>
          <p:nvPr>
            <p:ph idx="4" type="body"/>
          </p:nvPr>
        </p:nvSpPr>
        <p:spPr>
          <a:xfrm>
            <a:off x="205700" y="3291860"/>
            <a:ext cx="18273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08" name="Google Shape;708;p84"/>
          <p:cNvSpPr txBox="1"/>
          <p:nvPr>
            <p:ph idx="5" type="subTitle"/>
          </p:nvPr>
        </p:nvSpPr>
        <p:spPr>
          <a:xfrm>
            <a:off x="2509242" y="2736625"/>
            <a:ext cx="1827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9" name="Google Shape;709;p84"/>
          <p:cNvSpPr txBox="1"/>
          <p:nvPr>
            <p:ph idx="6" type="body"/>
          </p:nvPr>
        </p:nvSpPr>
        <p:spPr>
          <a:xfrm>
            <a:off x="2509217" y="3291885"/>
            <a:ext cx="18273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10" name="Google Shape;710;p84"/>
          <p:cNvSpPr txBox="1"/>
          <p:nvPr>
            <p:ph idx="7" type="subTitle"/>
          </p:nvPr>
        </p:nvSpPr>
        <p:spPr>
          <a:xfrm>
            <a:off x="4813008" y="2736625"/>
            <a:ext cx="1827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1" name="Google Shape;711;p84"/>
          <p:cNvSpPr txBox="1"/>
          <p:nvPr>
            <p:ph idx="8" type="body"/>
          </p:nvPr>
        </p:nvSpPr>
        <p:spPr>
          <a:xfrm>
            <a:off x="4812983" y="3291885"/>
            <a:ext cx="18273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12" name="Google Shape;712;p84"/>
          <p:cNvSpPr txBox="1"/>
          <p:nvPr>
            <p:ph idx="9" type="subTitle"/>
          </p:nvPr>
        </p:nvSpPr>
        <p:spPr>
          <a:xfrm>
            <a:off x="7091930" y="2736625"/>
            <a:ext cx="1827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3" name="Google Shape;713;p84"/>
          <p:cNvSpPr txBox="1"/>
          <p:nvPr>
            <p:ph idx="13" type="body"/>
          </p:nvPr>
        </p:nvSpPr>
        <p:spPr>
          <a:xfrm>
            <a:off x="7091905" y="3291885"/>
            <a:ext cx="18273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14" name="Google Shape;714;p84"/>
          <p:cNvSpPr/>
          <p:nvPr>
            <p:ph idx="14" type="pic"/>
          </p:nvPr>
        </p:nvSpPr>
        <p:spPr>
          <a:xfrm>
            <a:off x="183850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15" name="Google Shape;715;p84"/>
          <p:cNvSpPr/>
          <p:nvPr>
            <p:ph idx="15" type="pic"/>
          </p:nvPr>
        </p:nvSpPr>
        <p:spPr>
          <a:xfrm>
            <a:off x="2509225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16" name="Google Shape;716;p84"/>
          <p:cNvSpPr/>
          <p:nvPr>
            <p:ph idx="16" type="pic"/>
          </p:nvPr>
        </p:nvSpPr>
        <p:spPr>
          <a:xfrm>
            <a:off x="4812975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17" name="Google Shape;717;p84"/>
          <p:cNvSpPr/>
          <p:nvPr>
            <p:ph idx="17" type="pic"/>
          </p:nvPr>
        </p:nvSpPr>
        <p:spPr>
          <a:xfrm>
            <a:off x="7091900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5 Column">
  <p:cSld name="TITLE_2_1_1_1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85"/>
          <p:cNvSpPr/>
          <p:nvPr/>
        </p:nvSpPr>
        <p:spPr>
          <a:xfrm>
            <a:off x="0" y="1226475"/>
            <a:ext cx="18288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20" name="Google Shape;720;p85"/>
          <p:cNvSpPr/>
          <p:nvPr/>
        </p:nvSpPr>
        <p:spPr>
          <a:xfrm>
            <a:off x="1828799" y="1226475"/>
            <a:ext cx="18288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21" name="Google Shape;721;p85"/>
          <p:cNvSpPr/>
          <p:nvPr/>
        </p:nvSpPr>
        <p:spPr>
          <a:xfrm>
            <a:off x="3657599" y="1226475"/>
            <a:ext cx="1828800" cy="391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22" name="Google Shape;722;p85"/>
          <p:cNvSpPr/>
          <p:nvPr/>
        </p:nvSpPr>
        <p:spPr>
          <a:xfrm>
            <a:off x="5486408" y="1226475"/>
            <a:ext cx="18288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23" name="Google Shape;723;p85"/>
          <p:cNvSpPr/>
          <p:nvPr/>
        </p:nvSpPr>
        <p:spPr>
          <a:xfrm>
            <a:off x="7315192" y="1226475"/>
            <a:ext cx="18288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24" name="Google Shape;724;p85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5" name="Google Shape;725;p85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6" name="Google Shape;726;p85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7" name="Google Shape;727;p85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728" name="Google Shape;728;p85"/>
          <p:cNvSpPr txBox="1"/>
          <p:nvPr>
            <p:ph idx="3" type="subTitle"/>
          </p:nvPr>
        </p:nvSpPr>
        <p:spPr>
          <a:xfrm>
            <a:off x="205720" y="2508000"/>
            <a:ext cx="14262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9" name="Google Shape;729;p85"/>
          <p:cNvSpPr txBox="1"/>
          <p:nvPr>
            <p:ph idx="4" type="body"/>
          </p:nvPr>
        </p:nvSpPr>
        <p:spPr>
          <a:xfrm>
            <a:off x="205700" y="3063257"/>
            <a:ext cx="14262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30" name="Google Shape;730;p85"/>
          <p:cNvSpPr/>
          <p:nvPr>
            <p:ph idx="5" type="pic"/>
          </p:nvPr>
        </p:nvSpPr>
        <p:spPr>
          <a:xfrm>
            <a:off x="183850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31" name="Google Shape;731;p85"/>
          <p:cNvSpPr/>
          <p:nvPr>
            <p:ph idx="6" type="pic"/>
          </p:nvPr>
        </p:nvSpPr>
        <p:spPr>
          <a:xfrm>
            <a:off x="2023222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32" name="Google Shape;732;p85"/>
          <p:cNvSpPr/>
          <p:nvPr>
            <p:ph idx="7" type="pic"/>
          </p:nvPr>
        </p:nvSpPr>
        <p:spPr>
          <a:xfrm>
            <a:off x="3852019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33" name="Google Shape;733;p85"/>
          <p:cNvSpPr/>
          <p:nvPr>
            <p:ph idx="8" type="pic"/>
          </p:nvPr>
        </p:nvSpPr>
        <p:spPr>
          <a:xfrm>
            <a:off x="5680816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34" name="Google Shape;734;p85"/>
          <p:cNvSpPr/>
          <p:nvPr>
            <p:ph idx="9" type="pic"/>
          </p:nvPr>
        </p:nvSpPr>
        <p:spPr>
          <a:xfrm>
            <a:off x="7509613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35" name="Google Shape;735;p85"/>
          <p:cNvSpPr txBox="1"/>
          <p:nvPr>
            <p:ph idx="13" type="subTitle"/>
          </p:nvPr>
        </p:nvSpPr>
        <p:spPr>
          <a:xfrm>
            <a:off x="2030107" y="2508000"/>
            <a:ext cx="14262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6" name="Google Shape;736;p85"/>
          <p:cNvSpPr txBox="1"/>
          <p:nvPr>
            <p:ph idx="14" type="body"/>
          </p:nvPr>
        </p:nvSpPr>
        <p:spPr>
          <a:xfrm>
            <a:off x="2030088" y="3063257"/>
            <a:ext cx="14262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37" name="Google Shape;737;p85"/>
          <p:cNvSpPr txBox="1"/>
          <p:nvPr>
            <p:ph idx="15" type="subTitle"/>
          </p:nvPr>
        </p:nvSpPr>
        <p:spPr>
          <a:xfrm>
            <a:off x="3858907" y="2508000"/>
            <a:ext cx="14262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8" name="Google Shape;738;p85"/>
          <p:cNvSpPr txBox="1"/>
          <p:nvPr>
            <p:ph idx="16" type="body"/>
          </p:nvPr>
        </p:nvSpPr>
        <p:spPr>
          <a:xfrm>
            <a:off x="3858888" y="3063257"/>
            <a:ext cx="14262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39" name="Google Shape;739;p85"/>
          <p:cNvSpPr txBox="1"/>
          <p:nvPr>
            <p:ph idx="17" type="subTitle"/>
          </p:nvPr>
        </p:nvSpPr>
        <p:spPr>
          <a:xfrm>
            <a:off x="5687707" y="2508000"/>
            <a:ext cx="14262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0" name="Google Shape;740;p85"/>
          <p:cNvSpPr txBox="1"/>
          <p:nvPr>
            <p:ph idx="18" type="body"/>
          </p:nvPr>
        </p:nvSpPr>
        <p:spPr>
          <a:xfrm>
            <a:off x="5687688" y="3063257"/>
            <a:ext cx="14262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41" name="Google Shape;741;p85"/>
          <p:cNvSpPr txBox="1"/>
          <p:nvPr>
            <p:ph idx="19" type="subTitle"/>
          </p:nvPr>
        </p:nvSpPr>
        <p:spPr>
          <a:xfrm>
            <a:off x="7516507" y="2508000"/>
            <a:ext cx="14262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2" name="Google Shape;742;p85"/>
          <p:cNvSpPr txBox="1"/>
          <p:nvPr>
            <p:ph idx="20" type="body"/>
          </p:nvPr>
        </p:nvSpPr>
        <p:spPr>
          <a:xfrm>
            <a:off x="7516488" y="3063257"/>
            <a:ext cx="14262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6 Column">
  <p:cSld name="TITLE_2_1_1_1_1_2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86"/>
          <p:cNvSpPr/>
          <p:nvPr/>
        </p:nvSpPr>
        <p:spPr>
          <a:xfrm>
            <a:off x="0" y="1226475"/>
            <a:ext cx="15240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45" name="Google Shape;745;p86"/>
          <p:cNvSpPr/>
          <p:nvPr/>
        </p:nvSpPr>
        <p:spPr>
          <a:xfrm>
            <a:off x="1523982" y="1226475"/>
            <a:ext cx="15240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46" name="Google Shape;746;p86"/>
          <p:cNvSpPr/>
          <p:nvPr/>
        </p:nvSpPr>
        <p:spPr>
          <a:xfrm>
            <a:off x="3047964" y="1226475"/>
            <a:ext cx="1524000" cy="391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47" name="Google Shape;747;p86"/>
          <p:cNvSpPr/>
          <p:nvPr/>
        </p:nvSpPr>
        <p:spPr>
          <a:xfrm>
            <a:off x="4571955" y="1226475"/>
            <a:ext cx="15240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48" name="Google Shape;748;p86"/>
          <p:cNvSpPr/>
          <p:nvPr/>
        </p:nvSpPr>
        <p:spPr>
          <a:xfrm>
            <a:off x="6095925" y="1226475"/>
            <a:ext cx="15240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49" name="Google Shape;749;p86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0" name="Google Shape;750;p86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1" name="Google Shape;751;p86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2" name="Google Shape;752;p86"/>
          <p:cNvSpPr txBox="1"/>
          <p:nvPr>
            <p:ph type="title"/>
          </p:nvPr>
        </p:nvSpPr>
        <p:spPr>
          <a:xfrm>
            <a:off x="73150" y="340625"/>
            <a:ext cx="89538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753" name="Google Shape;753;p86"/>
          <p:cNvSpPr txBox="1"/>
          <p:nvPr>
            <p:ph idx="3" type="subTitle"/>
          </p:nvPr>
        </p:nvSpPr>
        <p:spPr>
          <a:xfrm>
            <a:off x="171431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4" name="Google Shape;754;p86"/>
          <p:cNvSpPr txBox="1"/>
          <p:nvPr>
            <p:ph idx="4" type="body"/>
          </p:nvPr>
        </p:nvSpPr>
        <p:spPr>
          <a:xfrm>
            <a:off x="171425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55" name="Google Shape;755;p86"/>
          <p:cNvSpPr/>
          <p:nvPr>
            <p:ph idx="5" type="pic"/>
          </p:nvPr>
        </p:nvSpPr>
        <p:spPr>
          <a:xfrm>
            <a:off x="153200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756" name="Google Shape;756;p86"/>
          <p:cNvSpPr/>
          <p:nvPr>
            <p:ph idx="6" type="pic"/>
          </p:nvPr>
        </p:nvSpPr>
        <p:spPr>
          <a:xfrm>
            <a:off x="1685996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757" name="Google Shape;757;p86"/>
          <p:cNvSpPr/>
          <p:nvPr>
            <p:ph idx="7" type="pic"/>
          </p:nvPr>
        </p:nvSpPr>
        <p:spPr>
          <a:xfrm>
            <a:off x="3209979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758" name="Google Shape;758;p86"/>
          <p:cNvSpPr/>
          <p:nvPr>
            <p:ph idx="8" type="pic"/>
          </p:nvPr>
        </p:nvSpPr>
        <p:spPr>
          <a:xfrm>
            <a:off x="4733963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759" name="Google Shape;759;p86"/>
          <p:cNvSpPr/>
          <p:nvPr>
            <p:ph idx="9" type="pic"/>
          </p:nvPr>
        </p:nvSpPr>
        <p:spPr>
          <a:xfrm>
            <a:off x="6257946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760" name="Google Shape;760;p86"/>
          <p:cNvSpPr txBox="1"/>
          <p:nvPr>
            <p:ph idx="13" type="subTitle"/>
          </p:nvPr>
        </p:nvSpPr>
        <p:spPr>
          <a:xfrm>
            <a:off x="1691737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1" name="Google Shape;761;p86"/>
          <p:cNvSpPr txBox="1"/>
          <p:nvPr>
            <p:ph idx="14" type="body"/>
          </p:nvPr>
        </p:nvSpPr>
        <p:spPr>
          <a:xfrm>
            <a:off x="1691730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62" name="Google Shape;762;p86"/>
          <p:cNvSpPr txBox="1"/>
          <p:nvPr>
            <p:ph idx="15" type="subTitle"/>
          </p:nvPr>
        </p:nvSpPr>
        <p:spPr>
          <a:xfrm>
            <a:off x="3215719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3" name="Google Shape;763;p86"/>
          <p:cNvSpPr txBox="1"/>
          <p:nvPr>
            <p:ph idx="16" type="body"/>
          </p:nvPr>
        </p:nvSpPr>
        <p:spPr>
          <a:xfrm>
            <a:off x="3215712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64" name="Google Shape;764;p86"/>
          <p:cNvSpPr txBox="1"/>
          <p:nvPr>
            <p:ph idx="17" type="subTitle"/>
          </p:nvPr>
        </p:nvSpPr>
        <p:spPr>
          <a:xfrm>
            <a:off x="4739702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5" name="Google Shape;765;p86"/>
          <p:cNvSpPr txBox="1"/>
          <p:nvPr>
            <p:ph idx="18" type="body"/>
          </p:nvPr>
        </p:nvSpPr>
        <p:spPr>
          <a:xfrm>
            <a:off x="4739694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66" name="Google Shape;766;p86"/>
          <p:cNvSpPr txBox="1"/>
          <p:nvPr>
            <p:ph idx="19" type="subTitle"/>
          </p:nvPr>
        </p:nvSpPr>
        <p:spPr>
          <a:xfrm>
            <a:off x="6263685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7" name="Google Shape;767;p86"/>
          <p:cNvSpPr txBox="1"/>
          <p:nvPr>
            <p:ph idx="20" type="body"/>
          </p:nvPr>
        </p:nvSpPr>
        <p:spPr>
          <a:xfrm>
            <a:off x="6263677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68" name="Google Shape;768;p86"/>
          <p:cNvSpPr/>
          <p:nvPr/>
        </p:nvSpPr>
        <p:spPr>
          <a:xfrm>
            <a:off x="7619949" y="1226475"/>
            <a:ext cx="1524000" cy="391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69" name="Google Shape;769;p86"/>
          <p:cNvSpPr/>
          <p:nvPr>
            <p:ph idx="21" type="pic"/>
          </p:nvPr>
        </p:nvSpPr>
        <p:spPr>
          <a:xfrm>
            <a:off x="7781973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770" name="Google Shape;770;p86"/>
          <p:cNvSpPr txBox="1"/>
          <p:nvPr>
            <p:ph idx="22" type="subTitle"/>
          </p:nvPr>
        </p:nvSpPr>
        <p:spPr>
          <a:xfrm>
            <a:off x="7787709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1" name="Google Shape;771;p86"/>
          <p:cNvSpPr txBox="1"/>
          <p:nvPr>
            <p:ph idx="23" type="body"/>
          </p:nvPr>
        </p:nvSpPr>
        <p:spPr>
          <a:xfrm>
            <a:off x="7787700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3 Column">
  <p:cSld name="TITLE_2_1_1_1_1_1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7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4" name="Google Shape;774;p87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5" name="Google Shape;775;p87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6" name="Google Shape;776;p87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777" name="Google Shape;777;p87"/>
          <p:cNvSpPr/>
          <p:nvPr/>
        </p:nvSpPr>
        <p:spPr>
          <a:xfrm>
            <a:off x="0" y="1226475"/>
            <a:ext cx="30480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78" name="Google Shape;778;p87"/>
          <p:cNvSpPr/>
          <p:nvPr/>
        </p:nvSpPr>
        <p:spPr>
          <a:xfrm>
            <a:off x="3048040" y="1226475"/>
            <a:ext cx="30480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79" name="Google Shape;779;p87"/>
          <p:cNvSpPr/>
          <p:nvPr/>
        </p:nvSpPr>
        <p:spPr>
          <a:xfrm>
            <a:off x="6096081" y="1226475"/>
            <a:ext cx="3048000" cy="391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80" name="Google Shape;780;p87"/>
          <p:cNvSpPr/>
          <p:nvPr>
            <p:ph idx="3" type="pic"/>
          </p:nvPr>
        </p:nvSpPr>
        <p:spPr>
          <a:xfrm>
            <a:off x="183850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81" name="Google Shape;781;p87"/>
          <p:cNvSpPr/>
          <p:nvPr>
            <p:ph idx="4" type="pic"/>
          </p:nvPr>
        </p:nvSpPr>
        <p:spPr>
          <a:xfrm>
            <a:off x="3242451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82" name="Google Shape;782;p87"/>
          <p:cNvSpPr/>
          <p:nvPr>
            <p:ph idx="5" type="pic"/>
          </p:nvPr>
        </p:nvSpPr>
        <p:spPr>
          <a:xfrm>
            <a:off x="6290475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783" name="Google Shape;783;p87"/>
          <p:cNvSpPr txBox="1"/>
          <p:nvPr>
            <p:ph idx="6" type="subTitle"/>
          </p:nvPr>
        </p:nvSpPr>
        <p:spPr>
          <a:xfrm>
            <a:off x="205735" y="2736600"/>
            <a:ext cx="25818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4" name="Google Shape;784;p87"/>
          <p:cNvSpPr txBox="1"/>
          <p:nvPr>
            <p:ph idx="7" type="body"/>
          </p:nvPr>
        </p:nvSpPr>
        <p:spPr>
          <a:xfrm>
            <a:off x="205700" y="3291857"/>
            <a:ext cx="25818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85" name="Google Shape;785;p87"/>
          <p:cNvSpPr txBox="1"/>
          <p:nvPr>
            <p:ph idx="8" type="subTitle"/>
          </p:nvPr>
        </p:nvSpPr>
        <p:spPr>
          <a:xfrm>
            <a:off x="3253915" y="2736625"/>
            <a:ext cx="25818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6" name="Google Shape;786;p87"/>
          <p:cNvSpPr txBox="1"/>
          <p:nvPr>
            <p:ph idx="9" type="body"/>
          </p:nvPr>
        </p:nvSpPr>
        <p:spPr>
          <a:xfrm>
            <a:off x="3253879" y="3291882"/>
            <a:ext cx="25818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87" name="Google Shape;787;p87"/>
          <p:cNvSpPr txBox="1"/>
          <p:nvPr>
            <p:ph idx="13" type="subTitle"/>
          </p:nvPr>
        </p:nvSpPr>
        <p:spPr>
          <a:xfrm>
            <a:off x="6299133" y="2736625"/>
            <a:ext cx="25818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8" name="Google Shape;788;p87"/>
          <p:cNvSpPr txBox="1"/>
          <p:nvPr>
            <p:ph idx="14" type="body"/>
          </p:nvPr>
        </p:nvSpPr>
        <p:spPr>
          <a:xfrm>
            <a:off x="6299098" y="3291882"/>
            <a:ext cx="25818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portunities and Challenges">
  <p:cSld name="TITLE_2_1_1_2">
    <p:bg>
      <p:bgPr>
        <a:solidFill>
          <a:schemeClr val="dk1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88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1" name="Google Shape;791;p88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88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3" name="Google Shape;793;p88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4" name="Google Shape;794;p88"/>
          <p:cNvSpPr/>
          <p:nvPr>
            <p:ph idx="3" type="pic"/>
          </p:nvPr>
        </p:nvSpPr>
        <p:spPr>
          <a:xfrm>
            <a:off x="4235850" y="3600625"/>
            <a:ext cx="2494800" cy="1542900"/>
          </a:xfrm>
          <a:prstGeom prst="rect">
            <a:avLst/>
          </a:prstGeom>
          <a:noFill/>
          <a:ln>
            <a:noFill/>
          </a:ln>
        </p:spPr>
      </p:sp>
      <p:sp>
        <p:nvSpPr>
          <p:cNvPr id="795" name="Google Shape;795;p88"/>
          <p:cNvSpPr/>
          <p:nvPr>
            <p:ph idx="4" type="pic"/>
          </p:nvPr>
        </p:nvSpPr>
        <p:spPr>
          <a:xfrm>
            <a:off x="5748150" y="1121900"/>
            <a:ext cx="3395700" cy="2478600"/>
          </a:xfrm>
          <a:prstGeom prst="rect">
            <a:avLst/>
          </a:prstGeom>
          <a:noFill/>
          <a:ln>
            <a:noFill/>
          </a:ln>
        </p:spPr>
      </p:sp>
      <p:sp>
        <p:nvSpPr>
          <p:cNvPr id="796" name="Google Shape;796;p88"/>
          <p:cNvSpPr txBox="1"/>
          <p:nvPr>
            <p:ph idx="5" type="subTitle"/>
          </p:nvPr>
        </p:nvSpPr>
        <p:spPr>
          <a:xfrm>
            <a:off x="170300" y="1466475"/>
            <a:ext cx="3328200" cy="31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">
  <p:cSld name="TITLE_2_2">
    <p:bg>
      <p:bgPr>
        <a:solidFill>
          <a:schemeClr val="lt1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89"/>
          <p:cNvSpPr/>
          <p:nvPr>
            <p:ph idx="2" type="pic"/>
          </p:nvPr>
        </p:nvSpPr>
        <p:spPr>
          <a:xfrm>
            <a:off x="5751600" y="1419575"/>
            <a:ext cx="2234700" cy="824400"/>
          </a:xfrm>
          <a:prstGeom prst="rect">
            <a:avLst/>
          </a:prstGeom>
          <a:noFill/>
          <a:ln>
            <a:noFill/>
          </a:ln>
        </p:spPr>
      </p:sp>
      <p:sp>
        <p:nvSpPr>
          <p:cNvPr id="799" name="Google Shape;799;p89"/>
          <p:cNvSpPr/>
          <p:nvPr>
            <p:ph idx="3" type="pic"/>
          </p:nvPr>
        </p:nvSpPr>
        <p:spPr>
          <a:xfrm>
            <a:off x="3516900" y="1419525"/>
            <a:ext cx="2234700" cy="824400"/>
          </a:xfrm>
          <a:prstGeom prst="rect">
            <a:avLst/>
          </a:prstGeom>
          <a:noFill/>
          <a:ln>
            <a:noFill/>
          </a:ln>
        </p:spPr>
      </p:sp>
      <p:sp>
        <p:nvSpPr>
          <p:cNvPr id="800" name="Google Shape;800;p89"/>
          <p:cNvSpPr/>
          <p:nvPr>
            <p:ph idx="4" type="pic"/>
          </p:nvPr>
        </p:nvSpPr>
        <p:spPr>
          <a:xfrm>
            <a:off x="1282250" y="1419575"/>
            <a:ext cx="2234700" cy="824400"/>
          </a:xfrm>
          <a:prstGeom prst="rect">
            <a:avLst/>
          </a:prstGeom>
          <a:noFill/>
          <a:ln>
            <a:noFill/>
          </a:ln>
        </p:spPr>
      </p:sp>
      <p:sp>
        <p:nvSpPr>
          <p:cNvPr id="801" name="Google Shape;801;p89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2" name="Google Shape;802;p89"/>
          <p:cNvSpPr txBox="1"/>
          <p:nvPr>
            <p:ph idx="5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3" name="Google Shape;803;p89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4" name="Google Shape;804;p89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05" name="Google Shape;805;p89"/>
          <p:cNvSpPr/>
          <p:nvPr/>
        </p:nvSpPr>
        <p:spPr>
          <a:xfrm>
            <a:off x="1282200" y="2243875"/>
            <a:ext cx="2234700" cy="24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06" name="Google Shape;806;p89"/>
          <p:cNvSpPr/>
          <p:nvPr/>
        </p:nvSpPr>
        <p:spPr>
          <a:xfrm>
            <a:off x="3516900" y="2243875"/>
            <a:ext cx="2234700" cy="24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07" name="Google Shape;807;p89"/>
          <p:cNvSpPr/>
          <p:nvPr/>
        </p:nvSpPr>
        <p:spPr>
          <a:xfrm>
            <a:off x="5751600" y="2243875"/>
            <a:ext cx="2234700" cy="246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08" name="Google Shape;808;p89"/>
          <p:cNvSpPr txBox="1"/>
          <p:nvPr>
            <p:ph idx="6" type="subTitle"/>
          </p:nvPr>
        </p:nvSpPr>
        <p:spPr>
          <a:xfrm>
            <a:off x="1363375" y="2273875"/>
            <a:ext cx="20253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9" name="Google Shape;809;p89"/>
          <p:cNvSpPr txBox="1"/>
          <p:nvPr>
            <p:ph idx="7" type="subTitle"/>
          </p:nvPr>
        </p:nvSpPr>
        <p:spPr>
          <a:xfrm>
            <a:off x="1363375" y="2677184"/>
            <a:ext cx="2025300" cy="12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0" name="Google Shape;810;p89"/>
          <p:cNvSpPr txBox="1"/>
          <p:nvPr>
            <p:ph idx="8" type="subTitle"/>
          </p:nvPr>
        </p:nvSpPr>
        <p:spPr>
          <a:xfrm>
            <a:off x="3621600" y="2273875"/>
            <a:ext cx="20253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1" name="Google Shape;811;p89"/>
          <p:cNvSpPr txBox="1"/>
          <p:nvPr>
            <p:ph idx="9" type="subTitle"/>
          </p:nvPr>
        </p:nvSpPr>
        <p:spPr>
          <a:xfrm>
            <a:off x="3621600" y="2677184"/>
            <a:ext cx="2025300" cy="12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2" name="Google Shape;812;p89"/>
          <p:cNvSpPr txBox="1"/>
          <p:nvPr>
            <p:ph idx="13" type="subTitle"/>
          </p:nvPr>
        </p:nvSpPr>
        <p:spPr>
          <a:xfrm>
            <a:off x="5879825" y="2273875"/>
            <a:ext cx="20253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3" name="Google Shape;813;p89"/>
          <p:cNvSpPr txBox="1"/>
          <p:nvPr>
            <p:ph idx="14" type="subTitle"/>
          </p:nvPr>
        </p:nvSpPr>
        <p:spPr>
          <a:xfrm>
            <a:off x="5879825" y="2677184"/>
            <a:ext cx="2025300" cy="12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ITLE_2_1_2_1">
    <p:bg>
      <p:bgPr>
        <a:solidFill>
          <a:schemeClr val="lt2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90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6" name="Google Shape;816;p90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7" name="Google Shape;817;p90"/>
          <p:cNvSpPr txBox="1"/>
          <p:nvPr>
            <p:ph type="title"/>
          </p:nvPr>
        </p:nvSpPr>
        <p:spPr>
          <a:xfrm>
            <a:off x="73151" y="340625"/>
            <a:ext cx="37473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818" name="Google Shape;818;p90"/>
          <p:cNvSpPr/>
          <p:nvPr>
            <p:ph idx="2" type="pic"/>
          </p:nvPr>
        </p:nvSpPr>
        <p:spPr>
          <a:xfrm>
            <a:off x="0" y="2771225"/>
            <a:ext cx="2824800" cy="1885500"/>
          </a:xfrm>
          <a:prstGeom prst="rect">
            <a:avLst/>
          </a:prstGeom>
          <a:noFill/>
          <a:ln>
            <a:noFill/>
          </a:ln>
        </p:spPr>
      </p:sp>
      <p:sp>
        <p:nvSpPr>
          <p:cNvPr id="819" name="Google Shape;819;p90"/>
          <p:cNvSpPr/>
          <p:nvPr>
            <p:ph idx="3" type="pic"/>
          </p:nvPr>
        </p:nvSpPr>
        <p:spPr>
          <a:xfrm>
            <a:off x="2824800" y="2015675"/>
            <a:ext cx="2893800" cy="1930200"/>
          </a:xfrm>
          <a:prstGeom prst="rect">
            <a:avLst/>
          </a:prstGeom>
          <a:noFill/>
          <a:ln>
            <a:noFill/>
          </a:ln>
        </p:spPr>
      </p:sp>
      <p:sp>
        <p:nvSpPr>
          <p:cNvPr id="820" name="Google Shape;820;p90"/>
          <p:cNvSpPr/>
          <p:nvPr>
            <p:ph idx="4" type="pic"/>
          </p:nvPr>
        </p:nvSpPr>
        <p:spPr>
          <a:xfrm>
            <a:off x="5718550" y="2610550"/>
            <a:ext cx="2961300" cy="1973700"/>
          </a:xfrm>
          <a:prstGeom prst="rect">
            <a:avLst/>
          </a:prstGeom>
          <a:noFill/>
          <a:ln>
            <a:noFill/>
          </a:ln>
        </p:spPr>
      </p:sp>
      <p:sp>
        <p:nvSpPr>
          <p:cNvPr id="821" name="Google Shape;821;p90"/>
          <p:cNvSpPr/>
          <p:nvPr>
            <p:ph idx="5" type="pic"/>
          </p:nvPr>
        </p:nvSpPr>
        <p:spPr>
          <a:xfrm>
            <a:off x="5718650" y="0"/>
            <a:ext cx="3425400" cy="2246100"/>
          </a:xfrm>
          <a:prstGeom prst="rect">
            <a:avLst/>
          </a:prstGeom>
          <a:noFill/>
          <a:ln>
            <a:noFill/>
          </a:ln>
        </p:spPr>
      </p:sp>
      <p:sp>
        <p:nvSpPr>
          <p:cNvPr id="822" name="Google Shape;822;p90"/>
          <p:cNvSpPr/>
          <p:nvPr>
            <p:ph idx="6" type="pic"/>
          </p:nvPr>
        </p:nvSpPr>
        <p:spPr>
          <a:xfrm>
            <a:off x="3820450" y="0"/>
            <a:ext cx="1898100" cy="1265100"/>
          </a:xfrm>
          <a:prstGeom prst="rect">
            <a:avLst/>
          </a:prstGeom>
          <a:noFill/>
          <a:ln>
            <a:noFill/>
          </a:ln>
        </p:spPr>
      </p:sp>
      <p:sp>
        <p:nvSpPr>
          <p:cNvPr id="823" name="Google Shape;823;p90"/>
          <p:cNvSpPr/>
          <p:nvPr>
            <p:ph idx="7" type="pic"/>
          </p:nvPr>
        </p:nvSpPr>
        <p:spPr>
          <a:xfrm>
            <a:off x="1768175" y="1006775"/>
            <a:ext cx="1056900" cy="1008900"/>
          </a:xfrm>
          <a:prstGeom prst="rect">
            <a:avLst/>
          </a:prstGeom>
          <a:noFill/>
          <a:ln>
            <a:noFill/>
          </a:ln>
        </p:spPr>
      </p:sp>
      <p:sp>
        <p:nvSpPr>
          <p:cNvPr id="824" name="Google Shape;824;p90"/>
          <p:cNvSpPr txBox="1"/>
          <p:nvPr>
            <p:ph idx="8" type="subTitle"/>
          </p:nvPr>
        </p:nvSpPr>
        <p:spPr>
          <a:xfrm>
            <a:off x="1771200" y="2057446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5" name="Google Shape;825;p90"/>
          <p:cNvSpPr txBox="1"/>
          <p:nvPr>
            <p:ph idx="9" type="subTitle"/>
          </p:nvPr>
        </p:nvSpPr>
        <p:spPr>
          <a:xfrm>
            <a:off x="2901125" y="3987842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p90"/>
          <p:cNvSpPr txBox="1"/>
          <p:nvPr>
            <p:ph idx="13" type="subTitle"/>
          </p:nvPr>
        </p:nvSpPr>
        <p:spPr>
          <a:xfrm>
            <a:off x="73150" y="4736976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p90"/>
          <p:cNvSpPr txBox="1"/>
          <p:nvPr>
            <p:ph idx="14" type="subTitle"/>
          </p:nvPr>
        </p:nvSpPr>
        <p:spPr>
          <a:xfrm>
            <a:off x="5718725" y="4656978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8" name="Google Shape;828;p90"/>
          <p:cNvSpPr txBox="1"/>
          <p:nvPr>
            <p:ph idx="15" type="subTitle"/>
          </p:nvPr>
        </p:nvSpPr>
        <p:spPr>
          <a:xfrm>
            <a:off x="5785025" y="2287438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9" name="Google Shape;829;p90"/>
          <p:cNvSpPr txBox="1"/>
          <p:nvPr>
            <p:ph idx="16" type="subTitle"/>
          </p:nvPr>
        </p:nvSpPr>
        <p:spPr>
          <a:xfrm>
            <a:off x="3820450" y="1302198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2_1_1_3">
    <p:bg>
      <p:bgPr>
        <a:solidFill>
          <a:schemeClr val="lt2"/>
        </a:solidFill>
      </p:bgPr>
    </p:bg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1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2" name="Google Shape;832;p91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3" name="Google Shape;833;p91"/>
          <p:cNvSpPr txBox="1"/>
          <p:nvPr>
            <p:ph type="title"/>
          </p:nvPr>
        </p:nvSpPr>
        <p:spPr>
          <a:xfrm>
            <a:off x="1605875" y="1164200"/>
            <a:ext cx="75381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834" name="Google Shape;834;p91"/>
          <p:cNvSpPr/>
          <p:nvPr>
            <p:ph idx="2" type="pic"/>
          </p:nvPr>
        </p:nvSpPr>
        <p:spPr>
          <a:xfrm>
            <a:off x="1610975" y="3460538"/>
            <a:ext cx="4131000" cy="1683000"/>
          </a:xfrm>
          <a:prstGeom prst="rect">
            <a:avLst/>
          </a:prstGeom>
          <a:noFill/>
          <a:ln>
            <a:noFill/>
          </a:ln>
        </p:spPr>
      </p:sp>
      <p:sp>
        <p:nvSpPr>
          <p:cNvPr id="835" name="Google Shape;835;p91"/>
          <p:cNvSpPr/>
          <p:nvPr>
            <p:ph idx="3" type="pic"/>
          </p:nvPr>
        </p:nvSpPr>
        <p:spPr>
          <a:xfrm>
            <a:off x="6455100" y="0"/>
            <a:ext cx="2688900" cy="3681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2.xml"/><Relationship Id="rId4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83.xml"/><Relationship Id="rId46" Type="http://schemas.openxmlformats.org/officeDocument/2006/relationships/slideLayout" Target="../slideLayouts/slideLayout86.xml"/><Relationship Id="rId45" Type="http://schemas.openxmlformats.org/officeDocument/2006/relationships/slideLayout" Target="../slideLayouts/slideLayout85.xml"/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88.xml"/><Relationship Id="rId47" Type="http://schemas.openxmlformats.org/officeDocument/2006/relationships/slideLayout" Target="../slideLayouts/slideLayout87.xml"/><Relationship Id="rId49" Type="http://schemas.openxmlformats.org/officeDocument/2006/relationships/slideLayout" Target="../slideLayouts/slideLayout89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5.xml"/><Relationship Id="rId34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7.xml"/><Relationship Id="rId29" Type="http://schemas.openxmlformats.org/officeDocument/2006/relationships/slideLayout" Target="../slideLayouts/slideLayout69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type="title"/>
          </p:nvPr>
        </p:nvSpPr>
        <p:spPr>
          <a:xfrm>
            <a:off x="311700" y="293325"/>
            <a:ext cx="8520600" cy="19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9pPr>
          </a:lstStyle>
          <a:p/>
        </p:txBody>
      </p:sp>
      <p:sp>
        <p:nvSpPr>
          <p:cNvPr id="272" name="Google Shape;272;p42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1pPr>
            <a:lvl2pPr lvl="1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2pPr>
            <a:lvl3pPr lvl="2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3pPr>
            <a:lvl4pPr lvl="3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4pPr>
            <a:lvl5pPr lvl="4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5pPr>
            <a:lvl6pPr lvl="5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6pPr>
            <a:lvl7pPr lvl="6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7pPr>
            <a:lvl8pPr lvl="7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8pPr>
            <a:lvl9pPr lvl="8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3033075"/>
            <a:ext cx="8520600" cy="18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●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○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■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●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○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■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●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○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■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714" r:id="rId27"/>
    <p:sldLayoutId id="2147483715" r:id="rId28"/>
    <p:sldLayoutId id="2147483716" r:id="rId29"/>
    <p:sldLayoutId id="2147483717" r:id="rId30"/>
    <p:sldLayoutId id="2147483718" r:id="rId31"/>
    <p:sldLayoutId id="2147483719" r:id="rId32"/>
    <p:sldLayoutId id="2147483720" r:id="rId33"/>
    <p:sldLayoutId id="2147483721" r:id="rId34"/>
    <p:sldLayoutId id="2147483722" r:id="rId35"/>
    <p:sldLayoutId id="2147483723" r:id="rId36"/>
    <p:sldLayoutId id="2147483724" r:id="rId37"/>
    <p:sldLayoutId id="2147483725" r:id="rId38"/>
    <p:sldLayoutId id="2147483726" r:id="rId39"/>
    <p:sldLayoutId id="2147483727" r:id="rId40"/>
    <p:sldLayoutId id="2147483728" r:id="rId41"/>
    <p:sldLayoutId id="2147483729" r:id="rId42"/>
    <p:sldLayoutId id="2147483730" r:id="rId43"/>
    <p:sldLayoutId id="2147483731" r:id="rId44"/>
    <p:sldLayoutId id="2147483732" r:id="rId45"/>
    <p:sldLayoutId id="2147483733" r:id="rId46"/>
    <p:sldLayoutId id="2147483734" r:id="rId47"/>
    <p:sldLayoutId id="2147483735" r:id="rId48"/>
    <p:sldLayoutId id="214748373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92"/>
          <p:cNvSpPr txBox="1"/>
          <p:nvPr>
            <p:ph idx="5" type="title"/>
          </p:nvPr>
        </p:nvSpPr>
        <p:spPr>
          <a:xfrm>
            <a:off x="1356700" y="1219188"/>
            <a:ext cx="3359100" cy="16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mpact"/>
                <a:ea typeface="Impact"/>
                <a:cs typeface="Impact"/>
                <a:sym typeface="Impact"/>
              </a:rPr>
              <a:t>Guitar</a:t>
            </a:r>
            <a:endParaRPr b="0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Coach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41" name="Google Shape;841;p92"/>
          <p:cNvSpPr txBox="1"/>
          <p:nvPr>
            <p:ph type="title"/>
          </p:nvPr>
        </p:nvSpPr>
        <p:spPr>
          <a:xfrm>
            <a:off x="1461275" y="498888"/>
            <a:ext cx="44520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8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Final Presentation</a:t>
            </a:r>
            <a:endParaRPr sz="398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42" name="Google Shape;842;p92"/>
          <p:cNvSpPr txBox="1"/>
          <p:nvPr>
            <p:ph idx="1" type="subTitle"/>
          </p:nvPr>
        </p:nvSpPr>
        <p:spPr>
          <a:xfrm>
            <a:off x="357550" y="12257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CSE 115A</a:t>
            </a:r>
            <a:endParaRPr sz="14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43" name="Google Shape;843;p92"/>
          <p:cNvSpPr txBox="1"/>
          <p:nvPr>
            <p:ph idx="6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03.18.2026</a:t>
            </a:r>
            <a:endParaRPr sz="14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44" name="Google Shape;844;p92"/>
          <p:cNvSpPr txBox="1"/>
          <p:nvPr/>
        </p:nvSpPr>
        <p:spPr>
          <a:xfrm>
            <a:off x="612000" y="3196125"/>
            <a:ext cx="3015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Jackson Earl - Product Owner</a:t>
            </a:r>
            <a:endParaRPr sz="15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Erin Eagleson</a:t>
            </a:r>
            <a:endParaRPr sz="15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Kailyn Le</a:t>
            </a:r>
            <a:endParaRPr sz="15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Joonhee Han</a:t>
            </a:r>
            <a:endParaRPr sz="15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845" name="Google Shape;845;p92" title="features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475" y="1322225"/>
            <a:ext cx="3259499" cy="325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93"/>
          <p:cNvSpPr txBox="1"/>
          <p:nvPr>
            <p:ph type="title"/>
          </p:nvPr>
        </p:nvSpPr>
        <p:spPr>
          <a:xfrm>
            <a:off x="320800" y="231200"/>
            <a:ext cx="88233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A Brief Introduction </a:t>
            </a:r>
            <a:endParaRPr sz="294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51" name="Google Shape;851;p93"/>
          <p:cNvSpPr txBox="1"/>
          <p:nvPr>
            <p:ph idx="1" type="body"/>
          </p:nvPr>
        </p:nvSpPr>
        <p:spPr>
          <a:xfrm>
            <a:off x="393500" y="872775"/>
            <a:ext cx="6186300" cy="411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rPr>
              <a:t>MOTIVATION FOR OUR PROJECT </a:t>
            </a:r>
            <a:endParaRPr sz="2000">
              <a:solidFill>
                <a:schemeClr val="accen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C5248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Learning guitar is a </a:t>
            </a:r>
            <a:r>
              <a:rPr lang="en" sz="1500">
                <a:solidFill>
                  <a:schemeClr val="dk2"/>
                </a:solidFill>
                <a:latin typeface="Spectral ExtraBold"/>
                <a:ea typeface="Spectral ExtraBold"/>
                <a:cs typeface="Spectral ExtraBold"/>
                <a:sym typeface="Spectral ExtraBold"/>
              </a:rPr>
              <a:t>difficult</a:t>
            </a:r>
            <a:r>
              <a:rPr lang="en" sz="1500">
                <a:solidFill>
                  <a:schemeClr val="dk2"/>
                </a:solidFill>
              </a:rPr>
              <a:t> and </a:t>
            </a:r>
            <a:r>
              <a:rPr lang="en" sz="1500">
                <a:solidFill>
                  <a:schemeClr val="dk2"/>
                </a:solidFill>
                <a:latin typeface="Spectral ExtraBold"/>
                <a:ea typeface="Spectral ExtraBold"/>
                <a:cs typeface="Spectral ExtraBold"/>
                <a:sym typeface="Spectral ExtraBold"/>
              </a:rPr>
              <a:t>strenuous</a:t>
            </a:r>
            <a:r>
              <a:rPr lang="en" sz="1500">
                <a:solidFill>
                  <a:schemeClr val="dk2"/>
                </a:solidFill>
              </a:rPr>
              <a:t> task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Pick up the guitar   →   play the song(s) you know   →   skills </a:t>
            </a:r>
            <a:r>
              <a:rPr lang="en" sz="1500">
                <a:solidFill>
                  <a:schemeClr val="dk2"/>
                </a:solidFill>
                <a:latin typeface="Spectral ExtraBold"/>
                <a:ea typeface="Spectral ExtraBold"/>
                <a:cs typeface="Spectral ExtraBold"/>
                <a:sym typeface="Spectral ExtraBold"/>
              </a:rPr>
              <a:t>plateau</a:t>
            </a:r>
            <a:endParaRPr sz="1500">
              <a:solidFill>
                <a:schemeClr val="dk2"/>
              </a:solidFill>
              <a:latin typeface="Spectral ExtraBold"/>
              <a:ea typeface="Spectral ExtraBold"/>
              <a:cs typeface="Spectral ExtraBold"/>
              <a:sym typeface="Spectral Extra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With tailored recommendations and helpful feedback, 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guitarists of all levels continue to grow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94"/>
          <p:cNvSpPr txBox="1"/>
          <p:nvPr>
            <p:ph idx="1" type="subTitle"/>
          </p:nvPr>
        </p:nvSpPr>
        <p:spPr>
          <a:xfrm>
            <a:off x="672125" y="1127125"/>
            <a:ext cx="2559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Set out to Achieve </a:t>
            </a:r>
            <a:endParaRPr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57" name="Google Shape;857;p94"/>
          <p:cNvSpPr txBox="1"/>
          <p:nvPr>
            <p:ph idx="2" type="subTitle"/>
          </p:nvPr>
        </p:nvSpPr>
        <p:spPr>
          <a:xfrm>
            <a:off x="298700" y="1669826"/>
            <a:ext cx="3875100" cy="3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– Spotify integration for personalized song recommendations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– Skill assessment via questionnaire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– AI-generated practice plan </a:t>
            </a: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tailored for a specific song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– Progress tracking to encourage motivation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– Audio upload feature for personalized playing feedback (stretch goal)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58" name="Google Shape;858;p94"/>
          <p:cNvSpPr txBox="1"/>
          <p:nvPr>
            <p:ph type="title"/>
          </p:nvPr>
        </p:nvSpPr>
        <p:spPr>
          <a:xfrm>
            <a:off x="298700" y="138375"/>
            <a:ext cx="1915200" cy="10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Goals</a:t>
            </a:r>
            <a:endParaRPr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59" name="Google Shape;859;p94"/>
          <p:cNvSpPr txBox="1"/>
          <p:nvPr>
            <p:ph idx="4" type="subTitle"/>
          </p:nvPr>
        </p:nvSpPr>
        <p:spPr>
          <a:xfrm>
            <a:off x="4817500" y="1669825"/>
            <a:ext cx="4093800" cy="28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– Song recommendations with OpenAI &amp; Spotify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– 10-question skill questionnaire saved into supabase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– 7-day AI-generated practice plans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45720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- saveable, loadable, with </a:t>
            </a: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detailed</a:t>
            </a: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 tasks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– Task completion tracked through supabase 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– Overall progress displayed with the use of a radar chart in the Progress page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60" name="Google Shape;860;p94"/>
          <p:cNvSpPr txBox="1"/>
          <p:nvPr>
            <p:ph idx="1" type="subTitle"/>
          </p:nvPr>
        </p:nvSpPr>
        <p:spPr>
          <a:xfrm>
            <a:off x="5584750" y="1127125"/>
            <a:ext cx="2559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Have Achieved </a:t>
            </a:r>
            <a:endParaRPr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cxnSp>
        <p:nvCxnSpPr>
          <p:cNvPr id="861" name="Google Shape;861;p94"/>
          <p:cNvCxnSpPr/>
          <p:nvPr/>
        </p:nvCxnSpPr>
        <p:spPr>
          <a:xfrm flipH="1">
            <a:off x="4330325" y="1677625"/>
            <a:ext cx="10500" cy="3242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95"/>
          <p:cNvSpPr txBox="1"/>
          <p:nvPr>
            <p:ph idx="2" type="title"/>
          </p:nvPr>
        </p:nvSpPr>
        <p:spPr>
          <a:xfrm>
            <a:off x="228975" y="2111100"/>
            <a:ext cx="27234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Regarding Final Product </a:t>
            </a:r>
            <a:endParaRPr sz="2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67" name="Google Shape;867;p95"/>
          <p:cNvSpPr txBox="1"/>
          <p:nvPr>
            <p:ph type="title"/>
          </p:nvPr>
        </p:nvSpPr>
        <p:spPr>
          <a:xfrm>
            <a:off x="1083275" y="316375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latin typeface="Impact"/>
                <a:ea typeface="Impact"/>
                <a:cs typeface="Impact"/>
                <a:sym typeface="Impact"/>
              </a:rPr>
              <a:t>Biggest Challenges</a:t>
            </a:r>
            <a:endParaRPr sz="4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68" name="Google Shape;868;p95"/>
          <p:cNvSpPr txBox="1"/>
          <p:nvPr/>
        </p:nvSpPr>
        <p:spPr>
          <a:xfrm>
            <a:off x="2952375" y="1656525"/>
            <a:ext cx="6014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  <a:t>Spotify OAuth complexity</a:t>
            </a:r>
            <a:endParaRPr b="1"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  <a:t>Token storage, refresh logic, and the redirect callback took far longer than estimated — this cost most of week one in Sprint 2.</a:t>
            </a:r>
            <a:br>
              <a:rPr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  <a:t>OpenAI JSON reliability</a:t>
            </a:r>
            <a:endParaRPr b="1"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  <a:t>Despite explicit prompt instructions, the model occasionally returned malformed JSON, requiring error handling on every recommendation and practice plan call.</a:t>
            </a:r>
            <a:br>
              <a:rPr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  <a:t>Task and overall progress tracking</a:t>
            </a:r>
            <a:endParaRPr b="1"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  <a:t>It was difficult finding an effective way to track the user’s overall progress given the variety of tasks OpenAI outputted. </a:t>
            </a:r>
            <a:endParaRPr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96"/>
          <p:cNvSpPr txBox="1"/>
          <p:nvPr>
            <p:ph idx="2" type="title"/>
          </p:nvPr>
        </p:nvSpPr>
        <p:spPr>
          <a:xfrm>
            <a:off x="406500" y="2045150"/>
            <a:ext cx="2723400" cy="16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Regarding Development Process</a:t>
            </a:r>
            <a:endParaRPr sz="2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74" name="Google Shape;874;p96"/>
          <p:cNvSpPr txBox="1"/>
          <p:nvPr>
            <p:ph type="title"/>
          </p:nvPr>
        </p:nvSpPr>
        <p:spPr>
          <a:xfrm>
            <a:off x="1083275" y="316375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latin typeface="Impact"/>
                <a:ea typeface="Impact"/>
                <a:cs typeface="Impact"/>
                <a:sym typeface="Impact"/>
              </a:rPr>
              <a:t>Biggest Challenges</a:t>
            </a:r>
            <a:endParaRPr sz="4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75" name="Google Shape;875;p96"/>
          <p:cNvSpPr txBox="1"/>
          <p:nvPr/>
        </p:nvSpPr>
        <p:spPr>
          <a:xfrm>
            <a:off x="3129900" y="1467200"/>
            <a:ext cx="60141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  <a:t>Underestimating backend complexity</a:t>
            </a:r>
            <a:endParaRPr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  <a:t>Our burnup charts showed the same pattern every sprint: flat in week one, steep in week two. We consistently underestimated how long backend integration tasks would take.</a:t>
            </a:r>
            <a:br>
              <a:rPr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  <a:t>New stack, everyone learning at once</a:t>
            </a:r>
            <a:endParaRPr b="1"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  <a:latin typeface="Spectral"/>
                <a:ea typeface="Spectral"/>
                <a:cs typeface="Spectral"/>
                <a:sym typeface="Spectral"/>
              </a:rPr>
              <a:t>None of us had worked with React/TypeScript, FastAPI, Supabase, and two external APIs together before. Sprint 1 was slower than planned because of this.</a:t>
            </a:r>
            <a:endParaRPr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5C5248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9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</p:spPr>
      </p:sp>
      <p:sp>
        <p:nvSpPr>
          <p:cNvPr id="881" name="Google Shape;881;p97"/>
          <p:cNvSpPr txBox="1"/>
          <p:nvPr>
            <p:ph type="title"/>
          </p:nvPr>
        </p:nvSpPr>
        <p:spPr>
          <a:xfrm>
            <a:off x="311700" y="0"/>
            <a:ext cx="8520600" cy="10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aseline="-25000" lang="en" sz="4380"/>
              <a:t>System Screenshots/Video/Live demo</a:t>
            </a:r>
            <a:endParaRPr baseline="-25000" sz="438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98"/>
          <p:cNvSpPr txBox="1"/>
          <p:nvPr>
            <p:ph type="title"/>
          </p:nvPr>
        </p:nvSpPr>
        <p:spPr>
          <a:xfrm>
            <a:off x="311700" y="227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8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System overview/diagram</a:t>
            </a:r>
            <a:endParaRPr sz="408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87" name="Google Shape;887;p98"/>
          <p:cNvSpPr/>
          <p:nvPr/>
        </p:nvSpPr>
        <p:spPr>
          <a:xfrm>
            <a:off x="3038038" y="1012125"/>
            <a:ext cx="3188100" cy="572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User (Browser)</a:t>
            </a:r>
            <a:endParaRPr sz="22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88" name="Google Shape;888;p98"/>
          <p:cNvSpPr/>
          <p:nvPr/>
        </p:nvSpPr>
        <p:spPr>
          <a:xfrm>
            <a:off x="3038038" y="1964975"/>
            <a:ext cx="3188100" cy="797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React Frontend (TypeScript)</a:t>
            </a:r>
            <a:endParaRPr sz="22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89" name="Google Shape;889;p98"/>
          <p:cNvSpPr/>
          <p:nvPr/>
        </p:nvSpPr>
        <p:spPr>
          <a:xfrm>
            <a:off x="3038038" y="3142525"/>
            <a:ext cx="3188100" cy="797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FastAPI Backend</a:t>
            </a:r>
            <a:endParaRPr sz="22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(Python)</a:t>
            </a:r>
            <a:endParaRPr sz="22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90" name="Google Shape;890;p98"/>
          <p:cNvSpPr/>
          <p:nvPr/>
        </p:nvSpPr>
        <p:spPr>
          <a:xfrm>
            <a:off x="3038038" y="4320075"/>
            <a:ext cx="3188100" cy="572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Spotify Web API</a:t>
            </a:r>
            <a:endParaRPr sz="22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91" name="Google Shape;891;p98"/>
          <p:cNvSpPr/>
          <p:nvPr/>
        </p:nvSpPr>
        <p:spPr>
          <a:xfrm>
            <a:off x="120175" y="3142525"/>
            <a:ext cx="2634000" cy="797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Supabase</a:t>
            </a:r>
            <a:endParaRPr sz="22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(Auth + DB) </a:t>
            </a:r>
            <a:endParaRPr sz="22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92" name="Google Shape;892;p98"/>
          <p:cNvSpPr/>
          <p:nvPr/>
        </p:nvSpPr>
        <p:spPr>
          <a:xfrm>
            <a:off x="6510000" y="3142525"/>
            <a:ext cx="2634000" cy="797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OpenAI GPT-4o-mini</a:t>
            </a:r>
            <a:endParaRPr sz="22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cxnSp>
        <p:nvCxnSpPr>
          <p:cNvPr id="893" name="Google Shape;893;p98"/>
          <p:cNvCxnSpPr>
            <a:endCxn id="888" idx="0"/>
          </p:cNvCxnSpPr>
          <p:nvPr/>
        </p:nvCxnSpPr>
        <p:spPr>
          <a:xfrm>
            <a:off x="4624888" y="1581875"/>
            <a:ext cx="7200" cy="3831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98"/>
          <p:cNvCxnSpPr/>
          <p:nvPr/>
        </p:nvCxnSpPr>
        <p:spPr>
          <a:xfrm>
            <a:off x="4628475" y="2760900"/>
            <a:ext cx="7200" cy="3831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98"/>
          <p:cNvCxnSpPr/>
          <p:nvPr/>
        </p:nvCxnSpPr>
        <p:spPr>
          <a:xfrm>
            <a:off x="4628475" y="3939925"/>
            <a:ext cx="7200" cy="3831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98"/>
          <p:cNvCxnSpPr>
            <a:stCxn id="889" idx="1"/>
            <a:endCxn id="891" idx="3"/>
          </p:cNvCxnSpPr>
          <p:nvPr/>
        </p:nvCxnSpPr>
        <p:spPr>
          <a:xfrm rot="10800000">
            <a:off x="2754238" y="3541225"/>
            <a:ext cx="2838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98"/>
          <p:cNvCxnSpPr/>
          <p:nvPr/>
        </p:nvCxnSpPr>
        <p:spPr>
          <a:xfrm rot="10800000">
            <a:off x="6226138" y="3541225"/>
            <a:ext cx="2838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99"/>
          <p:cNvSpPr txBox="1"/>
          <p:nvPr>
            <p:ph idx="1" type="body"/>
          </p:nvPr>
        </p:nvSpPr>
        <p:spPr>
          <a:xfrm>
            <a:off x="435850" y="1515150"/>
            <a:ext cx="2455500" cy="16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C5248"/>
                </a:solidFill>
              </a:rPr>
              <a:t>Frontend. TypeScript gave us type safety across all components and caught integration mismatches early. It was especially useful when wiring the Spotify and OpenAI responses into state.</a:t>
            </a:r>
            <a:endParaRPr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99"/>
          <p:cNvSpPr txBox="1"/>
          <p:nvPr>
            <p:ph type="title"/>
          </p:nvPr>
        </p:nvSpPr>
        <p:spPr>
          <a:xfrm>
            <a:off x="435850" y="336450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Technologies you used and what you used them for</a:t>
            </a:r>
            <a:endParaRPr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04" name="Google Shape;904;p99"/>
          <p:cNvSpPr txBox="1"/>
          <p:nvPr>
            <p:ph idx="4" type="subTitle"/>
          </p:nvPr>
        </p:nvSpPr>
        <p:spPr>
          <a:xfrm>
            <a:off x="312800" y="1094550"/>
            <a:ext cx="24555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React + TypeScript</a:t>
            </a:r>
            <a:endParaRPr sz="23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05" name="Google Shape;905;p99"/>
          <p:cNvSpPr txBox="1"/>
          <p:nvPr>
            <p:ph idx="1" type="body"/>
          </p:nvPr>
        </p:nvSpPr>
        <p:spPr>
          <a:xfrm>
            <a:off x="3413800" y="1515150"/>
            <a:ext cx="2455500" cy="16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C5248"/>
                </a:solidFill>
              </a:rPr>
              <a:t>Authentication, session management, and PostgreSQL database. Handled everything from user sign-up and Spotify token storage to practice plan persistence and task completion records.</a:t>
            </a:r>
            <a:endParaRPr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99"/>
          <p:cNvSpPr txBox="1"/>
          <p:nvPr>
            <p:ph idx="4" type="subTitle"/>
          </p:nvPr>
        </p:nvSpPr>
        <p:spPr>
          <a:xfrm>
            <a:off x="3262350" y="1094550"/>
            <a:ext cx="24555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Supabase</a:t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07" name="Google Shape;907;p99"/>
          <p:cNvSpPr txBox="1"/>
          <p:nvPr>
            <p:ph idx="1" type="body"/>
          </p:nvPr>
        </p:nvSpPr>
        <p:spPr>
          <a:xfrm>
            <a:off x="6391750" y="1515150"/>
            <a:ext cx="2455500" cy="16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C5248"/>
                </a:solidFill>
              </a:rPr>
              <a:t>Fetches the user's top tracks, top artists, and recently played data. This listening history is the core input for personalizing recommendations.</a:t>
            </a:r>
            <a:endParaRPr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99"/>
          <p:cNvSpPr txBox="1"/>
          <p:nvPr>
            <p:ph idx="4" type="subTitle"/>
          </p:nvPr>
        </p:nvSpPr>
        <p:spPr>
          <a:xfrm>
            <a:off x="6334950" y="1094550"/>
            <a:ext cx="24555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Spotify Web API</a:t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09" name="Google Shape;909;p99"/>
          <p:cNvSpPr txBox="1"/>
          <p:nvPr>
            <p:ph idx="1" type="body"/>
          </p:nvPr>
        </p:nvSpPr>
        <p:spPr>
          <a:xfrm>
            <a:off x="492639" y="3456607"/>
            <a:ext cx="2455500" cy="16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C5248"/>
                </a:solidFill>
              </a:rPr>
              <a:t>Backend API server. Lightweight and easy to modularize: separate routers for Spotify auth, recommendation logic, and practice plan generation kept the codebase clean as it grew.</a:t>
            </a:r>
            <a:endParaRPr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10" name="Google Shape;910;p99"/>
          <p:cNvSpPr txBox="1"/>
          <p:nvPr>
            <p:ph idx="4" type="subTitle"/>
          </p:nvPr>
        </p:nvSpPr>
        <p:spPr>
          <a:xfrm>
            <a:off x="312789" y="3036007"/>
            <a:ext cx="24555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FastAPI  (Python)</a:t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11" name="Google Shape;911;p99"/>
          <p:cNvSpPr txBox="1"/>
          <p:nvPr>
            <p:ph idx="1" type="body"/>
          </p:nvPr>
        </p:nvSpPr>
        <p:spPr>
          <a:xfrm>
            <a:off x="3353714" y="3456607"/>
            <a:ext cx="2455500" cy="16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C5248"/>
                </a:solidFill>
              </a:rPr>
              <a:t>Powers both song recommendations and 7-day practice plan generation. Prompt-engineered to return structured JSON with consistent fields every call, with error handling for edge cases.</a:t>
            </a:r>
            <a:endParaRPr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912" name="Google Shape;912;p99"/>
          <p:cNvSpPr txBox="1"/>
          <p:nvPr>
            <p:ph idx="4" type="subTitle"/>
          </p:nvPr>
        </p:nvSpPr>
        <p:spPr>
          <a:xfrm>
            <a:off x="3202264" y="3036007"/>
            <a:ext cx="24555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OpenAI GPT-4o-mini</a:t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13" name="Google Shape;913;p99"/>
          <p:cNvSpPr txBox="1"/>
          <p:nvPr>
            <p:ph idx="1" type="body"/>
          </p:nvPr>
        </p:nvSpPr>
        <p:spPr>
          <a:xfrm>
            <a:off x="6391739" y="3456607"/>
            <a:ext cx="2455500" cy="16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C5248"/>
                </a:solidFill>
              </a:rPr>
              <a:t>Unit testing framework. We wrote tests for the skill scoring utility that maps questionnaire answers to 7 weighted skill categories. These caught real edge cases before they reached the UI.</a:t>
            </a:r>
            <a:endParaRPr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14" name="Google Shape;914;p99"/>
          <p:cNvSpPr txBox="1"/>
          <p:nvPr>
            <p:ph idx="4" type="subTitle"/>
          </p:nvPr>
        </p:nvSpPr>
        <p:spPr>
          <a:xfrm>
            <a:off x="6334939" y="3036007"/>
            <a:ext cx="24555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Vitest</a:t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00"/>
          <p:cNvSpPr txBox="1"/>
          <p:nvPr>
            <p:ph idx="1" type="body"/>
          </p:nvPr>
        </p:nvSpPr>
        <p:spPr>
          <a:xfrm>
            <a:off x="1699125" y="1042325"/>
            <a:ext cx="5338800" cy="1897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How we ran Scrum </a:t>
            </a:r>
            <a:endParaRPr sz="19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– 4 two-week sprints with defined goals, user stories, and story point estimates using planning poker</a:t>
            </a:r>
            <a:endParaRPr sz="1100">
              <a:solidFill>
                <a:srgbClr val="5C5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– 3 meetings per week: TA meeting Wednesday, team Thursday, Sunday check-in</a:t>
            </a:r>
            <a:endParaRPr sz="1100">
              <a:solidFill>
                <a:srgbClr val="5C5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– Rotating Scrum Master: Joonhee led Sprints 1 and 4, Erin led Sprints 2 and 3</a:t>
            </a:r>
            <a:endParaRPr sz="1100">
              <a:solidFill>
                <a:srgbClr val="5C5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– End-of-sprint reports with stop/start/continue retrospectives</a:t>
            </a:r>
            <a:endParaRPr sz="1100">
              <a:solidFill>
                <a:srgbClr val="5C5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– Scrum board on GitHub Projects, maintained throughout all four sprints</a:t>
            </a:r>
            <a:endParaRPr sz="1100">
              <a:solidFill>
                <a:srgbClr val="5C5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20" name="Google Shape;920;p100"/>
          <p:cNvSpPr txBox="1"/>
          <p:nvPr>
            <p:ph type="title"/>
          </p:nvPr>
        </p:nvSpPr>
        <p:spPr>
          <a:xfrm>
            <a:off x="-25" y="137225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aseline="-25000" lang="en" sz="384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Project manage</a:t>
            </a:r>
            <a:r>
              <a:rPr baseline="-25000" lang="en" sz="384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me</a:t>
            </a:r>
            <a:r>
              <a:rPr baseline="-25000" lang="en" sz="384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nt techniques you used</a:t>
            </a:r>
            <a:endParaRPr baseline="-25000" sz="384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21" name="Google Shape;921;p100"/>
          <p:cNvSpPr/>
          <p:nvPr>
            <p:ph idx="4" type="pic"/>
          </p:nvPr>
        </p:nvSpPr>
        <p:spPr>
          <a:xfrm>
            <a:off x="-25" y="2896025"/>
            <a:ext cx="1470600" cy="2247600"/>
          </a:xfrm>
          <a:prstGeom prst="rect">
            <a:avLst/>
          </a:prstGeom>
        </p:spPr>
      </p:sp>
      <p:sp>
        <p:nvSpPr>
          <p:cNvPr id="922" name="Google Shape;922;p100"/>
          <p:cNvSpPr/>
          <p:nvPr>
            <p:ph idx="5" type="pic"/>
          </p:nvPr>
        </p:nvSpPr>
        <p:spPr>
          <a:xfrm>
            <a:off x="7037925" y="0"/>
            <a:ext cx="2106300" cy="2710500"/>
          </a:xfrm>
          <a:prstGeom prst="rect">
            <a:avLst/>
          </a:prstGeom>
        </p:spPr>
      </p:sp>
      <p:cxnSp>
        <p:nvCxnSpPr>
          <p:cNvPr id="923" name="Google Shape;923;p100"/>
          <p:cNvCxnSpPr/>
          <p:nvPr/>
        </p:nvCxnSpPr>
        <p:spPr>
          <a:xfrm>
            <a:off x="1740700" y="2996900"/>
            <a:ext cx="738300" cy="6816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4" name="Google Shape;924;p100"/>
          <p:cNvSpPr txBox="1"/>
          <p:nvPr>
            <p:ph idx="1" type="body"/>
          </p:nvPr>
        </p:nvSpPr>
        <p:spPr>
          <a:xfrm>
            <a:off x="2703450" y="2996900"/>
            <a:ext cx="5338800" cy="1897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Additions and deviations</a:t>
            </a:r>
            <a:endParaRPr sz="18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Texting the group chat before starting work to avoid conflicts</a:t>
            </a:r>
            <a:endParaRPr sz="1100">
              <a:solidFill>
                <a:srgbClr val="5C5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Submitting a PR before merging to avoid merge conflicts</a:t>
            </a:r>
            <a:endParaRPr sz="1100">
              <a:solidFill>
                <a:srgbClr val="5C5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The team contract (TAC): agreeing on meeting times, communication norms, being helpful and kind</a:t>
            </a:r>
            <a:endParaRPr sz="1100">
              <a:solidFill>
                <a:srgbClr val="5C5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– Using Messages for day-to-day communication</a:t>
            </a:r>
            <a:endParaRPr sz="1100">
              <a:solidFill>
                <a:srgbClr val="5C5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" sz="1100">
                <a:solidFill>
                  <a:srgbClr val="5C5248"/>
                </a:solidFill>
                <a:latin typeface="Arial"/>
                <a:ea typeface="Arial"/>
                <a:cs typeface="Arial"/>
                <a:sym typeface="Arial"/>
              </a:rPr>
              <a:t>Using GitHub Projects to track tasks</a:t>
            </a:r>
            <a:endParaRPr sz="1100">
              <a:solidFill>
                <a:srgbClr val="5C5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01"/>
          <p:cNvSpPr txBox="1"/>
          <p:nvPr>
            <p:ph type="title"/>
          </p:nvPr>
        </p:nvSpPr>
        <p:spPr>
          <a:xfrm>
            <a:off x="73150" y="335300"/>
            <a:ext cx="43179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Things you…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30" name="Google Shape;930;p101"/>
          <p:cNvSpPr txBox="1"/>
          <p:nvPr>
            <p:ph type="title"/>
          </p:nvPr>
        </p:nvSpPr>
        <p:spPr>
          <a:xfrm>
            <a:off x="168750" y="1339625"/>
            <a:ext cx="43179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latin typeface="Impact"/>
                <a:ea typeface="Impact"/>
                <a:cs typeface="Impact"/>
                <a:sym typeface="Impact"/>
              </a:rPr>
              <a:t>ENJOYED :) </a:t>
            </a:r>
            <a:endParaRPr sz="4500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31" name="Google Shape;931;p101"/>
          <p:cNvSpPr txBox="1"/>
          <p:nvPr>
            <p:ph type="title"/>
          </p:nvPr>
        </p:nvSpPr>
        <p:spPr>
          <a:xfrm>
            <a:off x="4486650" y="1339625"/>
            <a:ext cx="4317900" cy="6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latin typeface="Impact"/>
                <a:ea typeface="Impact"/>
                <a:cs typeface="Impact"/>
                <a:sym typeface="Impact"/>
              </a:rPr>
              <a:t>DIDN’T ENJOY :(</a:t>
            </a:r>
            <a:endParaRPr sz="4500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32" name="Google Shape;932;p101"/>
          <p:cNvSpPr txBox="1"/>
          <p:nvPr>
            <p:ph idx="4294967295" type="body"/>
          </p:nvPr>
        </p:nvSpPr>
        <p:spPr>
          <a:xfrm>
            <a:off x="256006" y="2036719"/>
            <a:ext cx="3765900" cy="31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</a:rPr>
              <a:t>– </a:t>
            </a:r>
            <a:r>
              <a:rPr b="1" lang="en" sz="1200">
                <a:solidFill>
                  <a:srgbClr val="5C5248"/>
                </a:solidFill>
              </a:rPr>
              <a:t>Building something that actually works end to end.</a:t>
            </a:r>
            <a:r>
              <a:rPr lang="en" sz="1200">
                <a:solidFill>
                  <a:srgbClr val="5C5248"/>
                </a:solidFill>
              </a:rPr>
              <a:t> Spotify connects, AI recommends, plans generate. That's not trivial to pull off in ten weeks.</a:t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</a:rPr>
              <a:t>– </a:t>
            </a:r>
            <a:r>
              <a:rPr b="1" lang="en" sz="1200">
                <a:solidFill>
                  <a:srgbClr val="5C5248"/>
                </a:solidFill>
              </a:rPr>
              <a:t>The AI integration. </a:t>
            </a:r>
            <a:r>
              <a:rPr lang="en" sz="1200">
                <a:solidFill>
                  <a:srgbClr val="5C5248"/>
                </a:solidFill>
              </a:rPr>
              <a:t>Getting the OpenAI prompts to return consistent, useful JSON every time was genuinely satisfying to figure out.</a:t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</a:rPr>
              <a:t>– </a:t>
            </a:r>
            <a:r>
              <a:rPr b="1" lang="en" sz="1200">
                <a:solidFill>
                  <a:srgbClr val="5C5248"/>
                </a:solidFill>
              </a:rPr>
              <a:t>How the team handled disagreements.</a:t>
            </a:r>
            <a:r>
              <a:rPr lang="en" sz="1200">
                <a:solidFill>
                  <a:srgbClr val="5C5248"/>
                </a:solidFill>
              </a:rPr>
              <a:t> People were willing to explain their reasoning and change their minds when someone made a good point.</a:t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</a:rPr>
              <a:t>– Seeing the</a:t>
            </a:r>
            <a:r>
              <a:rPr b="1" lang="en" sz="1200">
                <a:solidFill>
                  <a:srgbClr val="5C5248"/>
                </a:solidFill>
              </a:rPr>
              <a:t> skill radar chart populate from questionnaire answers</a:t>
            </a:r>
            <a:r>
              <a:rPr lang="en" sz="1200">
                <a:solidFill>
                  <a:srgbClr val="5C5248"/>
                </a:solidFill>
              </a:rPr>
              <a:t> for the first time.</a:t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933" name="Google Shape;933;p101"/>
          <p:cNvSpPr txBox="1"/>
          <p:nvPr>
            <p:ph idx="4294967295" type="body"/>
          </p:nvPr>
        </p:nvSpPr>
        <p:spPr>
          <a:xfrm>
            <a:off x="4857356" y="2036719"/>
            <a:ext cx="3765900" cy="31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</a:rPr>
              <a:t>– </a:t>
            </a:r>
            <a:r>
              <a:rPr b="1" lang="en" sz="1200">
                <a:solidFill>
                  <a:srgbClr val="5C5248"/>
                </a:solidFill>
              </a:rPr>
              <a:t>Debugging Spotify OAuth. </a:t>
            </a:r>
            <a:r>
              <a:rPr lang="en" sz="1200">
                <a:solidFill>
                  <a:srgbClr val="5C5248"/>
                </a:solidFill>
              </a:rPr>
              <a:t>Token expiry edge cases, redirect URI mismatches, and CORS issues consumed most of week one in Sprint 2.</a:t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</a:rPr>
              <a:t>– The </a:t>
            </a:r>
            <a:r>
              <a:rPr b="1" lang="en" sz="1200">
                <a:solidFill>
                  <a:srgbClr val="5C5248"/>
                </a:solidFill>
              </a:rPr>
              <a:t>slow-start pattern</a:t>
            </a:r>
            <a:r>
              <a:rPr lang="en" sz="1200">
                <a:solidFill>
                  <a:srgbClr val="5C5248"/>
                </a:solidFill>
              </a:rPr>
              <a:t> on every sprint. Feeling behind in week one was stressful, but definitely completely predictable and avoidable.</a:t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</a:rPr>
              <a:t>– </a:t>
            </a:r>
            <a:r>
              <a:rPr b="1" lang="en" sz="1200">
                <a:solidFill>
                  <a:srgbClr val="5C5248"/>
                </a:solidFill>
              </a:rPr>
              <a:t>Scope creep.</a:t>
            </a:r>
            <a:r>
              <a:rPr lang="en" sz="1200">
                <a:solidFill>
                  <a:srgbClr val="5C5248"/>
                </a:solidFill>
              </a:rPr>
              <a:t> Features that felt small during planning (skill-to-exercise mapping) turned out to be significantly larger than estimated.</a:t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C5248"/>
                </a:solidFill>
              </a:rPr>
              <a:t>– </a:t>
            </a:r>
            <a:r>
              <a:rPr b="1" lang="en" sz="1200">
                <a:solidFill>
                  <a:srgbClr val="5C5248"/>
                </a:solidFill>
              </a:rPr>
              <a:t>Hard-coded localhost API URLs </a:t>
            </a:r>
            <a:r>
              <a:rPr lang="en" sz="1200">
                <a:solidFill>
                  <a:srgbClr val="5C5248"/>
                </a:solidFill>
              </a:rPr>
              <a:t>that had to be manually found and updated across every frontend file.</a:t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C524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02"/>
          <p:cNvSpPr txBox="1"/>
          <p:nvPr>
            <p:ph type="title"/>
          </p:nvPr>
        </p:nvSpPr>
        <p:spPr>
          <a:xfrm>
            <a:off x="933800" y="228600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Lessons Learned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39" name="Google Shape;939;p102"/>
          <p:cNvSpPr txBox="1"/>
          <p:nvPr>
            <p:ph idx="4294967295" type="body"/>
          </p:nvPr>
        </p:nvSpPr>
        <p:spPr>
          <a:xfrm>
            <a:off x="435850" y="1515150"/>
            <a:ext cx="7202100" cy="15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C5248"/>
              </a:solidFill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5248"/>
              </a:buClr>
              <a:buSzPts val="1200"/>
              <a:buChar char="●"/>
            </a:pPr>
            <a:r>
              <a:rPr lang="en" sz="1200">
                <a:solidFill>
                  <a:srgbClr val="5C5248"/>
                </a:solidFill>
              </a:rPr>
              <a:t>PR reviews before merging: they caught real bugs and kept the main branch stable throughout the project.</a:t>
            </a:r>
            <a:endParaRPr sz="1200">
              <a:solidFill>
                <a:srgbClr val="5C5248"/>
              </a:solidFill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5248"/>
              </a:buClr>
              <a:buSzPts val="1200"/>
              <a:buChar char="●"/>
            </a:pPr>
            <a:r>
              <a:rPr lang="en" sz="1200">
                <a:solidFill>
                  <a:srgbClr val="5C5248"/>
                </a:solidFill>
              </a:rPr>
              <a:t>Frequent short meetings over infrequent long ones: knowing we'd sync in two days made it easier to surface blockers quickly.</a:t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40" name="Google Shape;940;p102"/>
          <p:cNvSpPr txBox="1"/>
          <p:nvPr>
            <p:ph idx="4294967295" type="subTitle"/>
          </p:nvPr>
        </p:nvSpPr>
        <p:spPr>
          <a:xfrm>
            <a:off x="312800" y="1094550"/>
            <a:ext cx="44853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What worked/ What you will keep doing </a:t>
            </a:r>
            <a:endParaRPr sz="25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41" name="Google Shape;941;p102"/>
          <p:cNvSpPr txBox="1"/>
          <p:nvPr>
            <p:ph idx="4294967295" type="subTitle"/>
          </p:nvPr>
        </p:nvSpPr>
        <p:spPr>
          <a:xfrm>
            <a:off x="312800" y="3072750"/>
            <a:ext cx="44853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What didn’t work/ What you stop doing </a:t>
            </a:r>
            <a:endParaRPr sz="18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42" name="Google Shape;942;p102"/>
          <p:cNvSpPr txBox="1"/>
          <p:nvPr>
            <p:ph idx="4294967295" type="body"/>
          </p:nvPr>
        </p:nvSpPr>
        <p:spPr>
          <a:xfrm>
            <a:off x="435850" y="3585900"/>
            <a:ext cx="7202100" cy="15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5248"/>
              </a:buClr>
              <a:buSzPts val="1200"/>
              <a:buChar char="●"/>
            </a:pPr>
            <a:r>
              <a:rPr lang="en" sz="1200">
                <a:solidFill>
                  <a:srgbClr val="5C5248"/>
                </a:solidFill>
              </a:rPr>
              <a:t>Building UI before the backend it depends on is stable</a:t>
            </a:r>
            <a:r>
              <a:rPr lang="en" sz="1200">
                <a:solidFill>
                  <a:srgbClr val="5C5248"/>
                </a:solidFill>
              </a:rPr>
              <a:t> </a:t>
            </a:r>
            <a:endParaRPr sz="1200">
              <a:solidFill>
                <a:srgbClr val="5C5248"/>
              </a:solidFill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5248"/>
              </a:buClr>
              <a:buSzPts val="1200"/>
              <a:buChar char="●"/>
            </a:pPr>
            <a:r>
              <a:rPr lang="en" sz="1200">
                <a:solidFill>
                  <a:srgbClr val="5C5248"/>
                </a:solidFill>
              </a:rPr>
              <a:t>Treating API integration tasks as small during planning </a:t>
            </a:r>
            <a:endParaRPr sz="1200">
              <a:solidFill>
                <a:srgbClr val="5C5248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5248"/>
              </a:buClr>
              <a:buSzPts val="1200"/>
              <a:buChar char="○"/>
            </a:pPr>
            <a:r>
              <a:rPr lang="en" sz="1200">
                <a:solidFill>
                  <a:srgbClr val="5C5248"/>
                </a:solidFill>
              </a:rPr>
              <a:t>OAuth flows and external API wiring always take longer than they look.</a:t>
            </a:r>
            <a:endParaRPr sz="1200">
              <a:solidFill>
                <a:srgbClr val="5C5248"/>
              </a:solidFill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5248"/>
              </a:buClr>
              <a:buSzPts val="1200"/>
              <a:buChar char="●"/>
            </a:pPr>
            <a:r>
              <a:rPr lang="en" sz="1200">
                <a:solidFill>
                  <a:srgbClr val="5C5248"/>
                </a:solidFill>
              </a:rPr>
              <a:t>Letting carryover stories sit at the bottom of the board</a:t>
            </a:r>
            <a:endParaRPr sz="1200">
              <a:solidFill>
                <a:srgbClr val="5C5248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5248"/>
              </a:buClr>
              <a:buSzPts val="1200"/>
              <a:buChar char="○"/>
            </a:pPr>
            <a:r>
              <a:rPr lang="en" sz="1200">
                <a:solidFill>
                  <a:srgbClr val="5C5248"/>
                </a:solidFill>
              </a:rPr>
              <a:t>they need to be addressed first, not last.</a:t>
            </a:r>
            <a:endParaRPr sz="1200"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C524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03"/>
          <p:cNvSpPr txBox="1"/>
          <p:nvPr>
            <p:ph type="title"/>
          </p:nvPr>
        </p:nvSpPr>
        <p:spPr>
          <a:xfrm>
            <a:off x="933800" y="228600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Lessons Learned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48" name="Google Shape;948;p103"/>
          <p:cNvSpPr txBox="1"/>
          <p:nvPr>
            <p:ph idx="4294967295" type="body"/>
          </p:nvPr>
        </p:nvSpPr>
        <p:spPr>
          <a:xfrm>
            <a:off x="970950" y="2527975"/>
            <a:ext cx="7202100" cy="15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5248"/>
              </a:buClr>
              <a:buSzPts val="1300"/>
              <a:buChar char="●"/>
            </a:pPr>
            <a:r>
              <a:rPr lang="en" sz="1300">
                <a:solidFill>
                  <a:srgbClr val="5C5248"/>
                </a:solidFill>
              </a:rPr>
              <a:t>Write unit tests and incorporating style guides</a:t>
            </a:r>
            <a:endParaRPr sz="1300">
              <a:solidFill>
                <a:srgbClr val="5C5248"/>
              </a:solidFill>
            </a:endParaRPr>
          </a:p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5248"/>
              </a:buClr>
              <a:buSzPts val="1300"/>
              <a:buChar char="●"/>
            </a:pPr>
            <a:r>
              <a:rPr lang="en" sz="1300">
                <a:solidFill>
                  <a:srgbClr val="5C5248"/>
                </a:solidFill>
              </a:rPr>
              <a:t>Break backend tasks into smaller milestones with clear acceptance criteria during sprint planning, not just hour estimates.</a:t>
            </a:r>
            <a:endParaRPr sz="1300">
              <a:solidFill>
                <a:srgbClr val="5C5248"/>
              </a:solidFill>
            </a:endParaRPr>
          </a:p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5248"/>
              </a:buClr>
              <a:buSzPts val="1300"/>
              <a:buChar char="●"/>
            </a:pPr>
            <a:r>
              <a:rPr lang="en" sz="1300">
                <a:solidFill>
                  <a:srgbClr val="5C5248"/>
                </a:solidFill>
              </a:rPr>
              <a:t>Set environment variables for API base URLs on day one so the codebase is deployment-ready from the start.</a:t>
            </a:r>
            <a:endParaRPr sz="1300">
              <a:solidFill>
                <a:srgbClr val="5C52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5C5248"/>
              </a:solidFill>
            </a:endParaRPr>
          </a:p>
        </p:txBody>
      </p:sp>
      <p:sp>
        <p:nvSpPr>
          <p:cNvPr id="949" name="Google Shape;949;p103"/>
          <p:cNvSpPr txBox="1"/>
          <p:nvPr>
            <p:ph idx="4294967295" type="subTitle"/>
          </p:nvPr>
        </p:nvSpPr>
        <p:spPr>
          <a:xfrm>
            <a:off x="1707650" y="1539300"/>
            <a:ext cx="59904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Things you </a:t>
            </a:r>
            <a:r>
              <a:rPr lang="en" sz="24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wishes</a:t>
            </a:r>
            <a:r>
              <a:rPr lang="en" sz="24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 you had done </a:t>
            </a:r>
            <a:endParaRPr sz="24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(that you would start doing in the future)</a:t>
            </a:r>
            <a:endParaRPr sz="24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04"/>
          <p:cNvSpPr txBox="1"/>
          <p:nvPr>
            <p:ph type="title"/>
          </p:nvPr>
        </p:nvSpPr>
        <p:spPr>
          <a:xfrm>
            <a:off x="905400" y="1842213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THANK YOU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5" name="Google Shape;955;p104"/>
          <p:cNvSpPr txBox="1"/>
          <p:nvPr>
            <p:ph idx="4294967295" type="subTitle"/>
          </p:nvPr>
        </p:nvSpPr>
        <p:spPr>
          <a:xfrm>
            <a:off x="1717125" y="2675188"/>
            <a:ext cx="59904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Created by: GuitarCoach Team </a:t>
            </a:r>
            <a:endParaRPr sz="2200">
              <a:solidFill>
                <a:schemeClr val="accen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956" name="Google Shape;956;p104" title="0b4f8de3-bb35-4796-8d76-0fe776f34a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1126" y="327700"/>
            <a:ext cx="3019876" cy="201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